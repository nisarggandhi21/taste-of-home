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4.xml" ContentType="application/vnd.openxmlformats-officedocument.theme+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5.xml" ContentType="application/vnd.openxmlformats-officedocument.theme+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theme/theme6.xml" ContentType="application/vnd.openxmlformats-officedocument.theme+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7.xml" ContentType="application/vnd.openxmlformats-officedocument.theme+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1" r:id="rId2"/>
    <p:sldMasterId id="2147483674" r:id="rId3"/>
    <p:sldMasterId id="2147483687" r:id="rId4"/>
    <p:sldMasterId id="2147483700" r:id="rId5"/>
    <p:sldMasterId id="2147483713" r:id="rId6"/>
    <p:sldMasterId id="2147483726" r:id="rId7"/>
    <p:sldMasterId id="2147483739" r:id="rId8"/>
  </p:sldMasterIdLst>
  <p:notesMasterIdLst>
    <p:notesMasterId r:id="rId39"/>
  </p:notesMasterIdLst>
  <p:sldIdLst>
    <p:sldId id="256" r:id="rId9"/>
    <p:sldId id="257" r:id="rId10"/>
    <p:sldId id="285" r:id="rId11"/>
    <p:sldId id="284" r:id="rId12"/>
    <p:sldId id="259" r:id="rId13"/>
    <p:sldId id="260" r:id="rId14"/>
    <p:sldId id="261" r:id="rId15"/>
    <p:sldId id="289" r:id="rId16"/>
    <p:sldId id="288" r:id="rId17"/>
    <p:sldId id="287" r:id="rId18"/>
    <p:sldId id="286" r:id="rId19"/>
    <p:sldId id="263" r:id="rId20"/>
    <p:sldId id="264" r:id="rId21"/>
    <p:sldId id="265" r:id="rId22"/>
    <p:sldId id="272" r:id="rId23"/>
    <p:sldId id="266" r:id="rId24"/>
    <p:sldId id="267" r:id="rId25"/>
    <p:sldId id="268" r:id="rId26"/>
    <p:sldId id="269" r:id="rId27"/>
    <p:sldId id="275" r:id="rId28"/>
    <p:sldId id="276" r:id="rId29"/>
    <p:sldId id="278" r:id="rId30"/>
    <p:sldId id="279" r:id="rId31"/>
    <p:sldId id="281" r:id="rId32"/>
    <p:sldId id="297" r:id="rId33"/>
    <p:sldId id="292" r:id="rId34"/>
    <p:sldId id="294" r:id="rId35"/>
    <p:sldId id="296" r:id="rId36"/>
    <p:sldId id="290" r:id="rId37"/>
    <p:sldId id="271" r:id="rId38"/>
  </p:sldIdLst>
  <p:sldSz cx="19010313" cy="10693400"/>
  <p:notesSz cx="7556500" cy="106934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5" roundtripDataSignature="AMtx7mjn1jvKmrymfdZTSoBjtkdAZ6/ov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0C9CE97-CE7F-44E7-8DA9-80F1B485C8E6}">
  <a:tblStyle styleId="{20C9CE97-CE7F-44E7-8DA9-80F1B485C8E6}"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17" autoAdjust="0"/>
    <p:restoredTop sz="60261" autoAdjust="0"/>
  </p:normalViewPr>
  <p:slideViewPr>
    <p:cSldViewPr snapToGrid="0">
      <p:cViewPr varScale="1">
        <p:scale>
          <a:sx n="53" d="100"/>
          <a:sy n="53" d="100"/>
        </p:scale>
        <p:origin x="686" y="2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9" Type="http://schemas.openxmlformats.org/officeDocument/2006/relationships/notesMaster" Target="notesMasters/notesMaster1.xml"/><Relationship Id="rId21" Type="http://schemas.openxmlformats.org/officeDocument/2006/relationships/slide" Target="slides/slide13.xml"/><Relationship Id="rId34" Type="http://schemas.openxmlformats.org/officeDocument/2006/relationships/slide" Target="slides/slide26.xml"/><Relationship Id="rId47" Type="http://schemas.openxmlformats.org/officeDocument/2006/relationships/viewProps" Target="viewProps.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slide" Target="slides/slide21.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slide" Target="slides/slide24.xml"/><Relationship Id="rId37" Type="http://schemas.openxmlformats.org/officeDocument/2006/relationships/slide" Target="slides/slide29.xml"/><Relationship Id="rId45" Type="http://customschemas.google.com/relationships/presentationmetadata" Target="metadata"/><Relationship Id="rId5" Type="http://schemas.openxmlformats.org/officeDocument/2006/relationships/slideMaster" Target="slideMasters/slideMaster5.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openxmlformats.org/officeDocument/2006/relationships/tableStyles" Target="tableStyles.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slide" Target="slides/slide23.xml"/><Relationship Id="rId4" Type="http://schemas.openxmlformats.org/officeDocument/2006/relationships/slideMaster" Target="slideMasters/slideMaster4.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slide" Target="slides/slide27.xml"/><Relationship Id="rId48" Type="http://schemas.openxmlformats.org/officeDocument/2006/relationships/theme" Target="theme/theme1.xml"/><Relationship Id="rId8" Type="http://schemas.openxmlformats.org/officeDocument/2006/relationships/slideMaster" Target="slideMasters/slideMaster8.xml"/><Relationship Id="rId3" Type="http://schemas.openxmlformats.org/officeDocument/2006/relationships/slideMaster" Target="slideMasters/slideMaster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38" Type="http://schemas.openxmlformats.org/officeDocument/2006/relationships/slide" Target="slides/slide30.xml"/><Relationship Id="rId46"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6000" y="812520"/>
            <a:ext cx="7127280" cy="400896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756000" y="5078520"/>
            <a:ext cx="6047640" cy="4811040"/>
          </a:xfrm>
          <a:prstGeom prst="rect">
            <a:avLst/>
          </a:prstGeom>
          <a:noFill/>
          <a:ln>
            <a:noFill/>
          </a:ln>
        </p:spPr>
        <p:txBody>
          <a:bodyPr spcFirstLastPara="1" wrap="square" lIns="0" tIns="0" rIns="0" bIns="0" anchor="t" anchorCtr="0">
            <a:no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
        <p:nvSpPr>
          <p:cNvPr id="5" name="Google Shape;5;n"/>
          <p:cNvSpPr txBox="1">
            <a:spLocks noGrp="1"/>
          </p:cNvSpPr>
          <p:nvPr>
            <p:ph type="hdr" idx="3"/>
          </p:nvPr>
        </p:nvSpPr>
        <p:spPr>
          <a:xfrm>
            <a:off x="0" y="0"/>
            <a:ext cx="3280680" cy="534240"/>
          </a:xfrm>
          <a:prstGeom prst="rect">
            <a:avLst/>
          </a:prstGeom>
          <a:noFill/>
          <a:ln>
            <a:noFill/>
          </a:ln>
        </p:spPr>
        <p:txBody>
          <a:bodyPr spcFirstLastPara="1" wrap="square" lIns="0" tIns="0" rIns="0" bIns="0" anchor="t"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6" name="Google Shape;6;n"/>
          <p:cNvSpPr txBox="1">
            <a:spLocks noGrp="1"/>
          </p:cNvSpPr>
          <p:nvPr>
            <p:ph type="dt" idx="10"/>
          </p:nvPr>
        </p:nvSpPr>
        <p:spPr>
          <a:xfrm>
            <a:off x="4278960" y="0"/>
            <a:ext cx="3280680" cy="534240"/>
          </a:xfrm>
          <a:prstGeom prst="rect">
            <a:avLst/>
          </a:prstGeom>
          <a:noFill/>
          <a:ln>
            <a:noFill/>
          </a:ln>
        </p:spPr>
        <p:txBody>
          <a:bodyPr spcFirstLastPara="1" wrap="square" lIns="0" tIns="0" rIns="0" bIns="0" anchor="t" anchorCtr="0">
            <a:noAutofit/>
          </a:bodyPr>
          <a:lstStyle>
            <a:lvl1pPr marR="0" lvl="0" algn="r" rtl="0">
              <a:spcBef>
                <a:spcPts val="0"/>
              </a:spcBef>
              <a:spcAft>
                <a:spcPts val="0"/>
              </a:spcAft>
              <a:buSzPts val="1400"/>
              <a:buFont typeface="Times New Roman"/>
              <a:buNone/>
              <a:defRPr sz="1400" b="0" i="0" u="none" strike="noStrike" cap="none">
                <a:latin typeface="Times New Roman"/>
                <a:ea typeface="Times New Roman"/>
                <a:cs typeface="Times New Roman"/>
                <a:sym typeface="Times New Roman"/>
              </a:defRPr>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7" name="Google Shape;7;n"/>
          <p:cNvSpPr txBox="1">
            <a:spLocks noGrp="1"/>
          </p:cNvSpPr>
          <p:nvPr>
            <p:ph type="ftr" idx="11"/>
          </p:nvPr>
        </p:nvSpPr>
        <p:spPr>
          <a:xfrm>
            <a:off x="0" y="10157400"/>
            <a:ext cx="3280680" cy="534240"/>
          </a:xfrm>
          <a:prstGeom prst="rect">
            <a:avLst/>
          </a:prstGeom>
          <a:noFill/>
          <a:ln>
            <a:noFill/>
          </a:ln>
        </p:spPr>
        <p:txBody>
          <a:bodyPr spcFirstLastPara="1" wrap="square" lIns="0" tIns="0" rIns="0" bIns="0" anchor="b" anchorCtr="0">
            <a:noAutofit/>
          </a:bodyPr>
          <a:lstStyle>
            <a:lvl1pPr marR="0" lvl="0" algn="l" rtl="0">
              <a:spcBef>
                <a:spcPts val="0"/>
              </a:spcBef>
              <a:spcAft>
                <a:spcPts val="0"/>
              </a:spcAft>
              <a:buSzPts val="1400"/>
              <a:buNone/>
              <a:defRPr sz="1400" b="0" i="0" u="none" strike="noStrike" cap="none">
                <a:latin typeface="Times New Roman"/>
                <a:ea typeface="Times New Roman"/>
                <a:cs typeface="Times New Roman"/>
                <a:sym typeface="Times New Roman"/>
              </a:defRPr>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8" name="Google Shape;8;n"/>
          <p:cNvSpPr txBox="1">
            <a:spLocks noGrp="1"/>
          </p:cNvSpPr>
          <p:nvPr>
            <p:ph type="sldNum" idx="12"/>
          </p:nvPr>
        </p:nvSpPr>
        <p:spPr>
          <a:xfrm>
            <a:off x="4278960" y="10157400"/>
            <a:ext cx="3280680" cy="534240"/>
          </a:xfrm>
          <a:prstGeom prst="rect">
            <a:avLst/>
          </a:prstGeom>
          <a:noFill/>
          <a:ln>
            <a:noFill/>
          </a:ln>
        </p:spPr>
        <p:txBody>
          <a:bodyPr spcFirstLastPara="1" wrap="square" lIns="0" tIns="0" rIns="0" bIns="0" anchor="b" anchorCtr="0">
            <a:noAutofit/>
          </a:bodyPr>
          <a:lstStyle/>
          <a:p>
            <a:pPr marL="0" marR="0" lvl="0" indent="0" algn="r" rtl="0">
              <a:spcBef>
                <a:spcPts val="0"/>
              </a:spcBef>
              <a:spcAft>
                <a:spcPts val="0"/>
              </a:spcAft>
              <a:buSzPts val="1400"/>
              <a:buFont typeface="Times New Roman"/>
              <a:buNone/>
            </a:pPr>
            <a:fld id="{00000000-1234-1234-1234-123412341234}" type="slidenum">
              <a:rPr lang="en-US" sz="1400" b="0" i="0" u="none" strike="noStrike" cap="none">
                <a:latin typeface="Times New Roman"/>
                <a:ea typeface="Times New Roman"/>
                <a:cs typeface="Times New Roman"/>
                <a:sym typeface="Times New Roman"/>
              </a:rPr>
              <a:t>‹#›</a:t>
            </a:fld>
            <a:endParaRPr sz="1400" b="0" i="0" u="none" strike="noStrike" cap="none">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7"/>
        <p:cNvGrpSpPr/>
        <p:nvPr/>
      </p:nvGrpSpPr>
      <p:grpSpPr>
        <a:xfrm>
          <a:off x="0" y="0"/>
          <a:ext cx="0" cy="0"/>
          <a:chOff x="0" y="0"/>
          <a:chExt cx="0" cy="0"/>
        </a:xfrm>
      </p:grpSpPr>
      <p:sp>
        <p:nvSpPr>
          <p:cNvPr id="568" name="Google Shape;568;p1:notes"/>
          <p:cNvSpPr>
            <a:spLocks noGrp="1" noRot="1" noChangeAspect="1"/>
          </p:cNvSpPr>
          <p:nvPr>
            <p:ph type="sldImg" idx="2"/>
          </p:nvPr>
        </p:nvSpPr>
        <p:spPr>
          <a:xfrm>
            <a:off x="571500" y="1336675"/>
            <a:ext cx="6413500" cy="36068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69" name="Google Shape;569;p1:notes"/>
          <p:cNvSpPr txBox="1">
            <a:spLocks noGrp="1"/>
          </p:cNvSpPr>
          <p:nvPr>
            <p:ph type="body" idx="1"/>
          </p:nvPr>
        </p:nvSpPr>
        <p:spPr>
          <a:xfrm>
            <a:off x="755640" y="5146560"/>
            <a:ext cx="6044400" cy="4209480"/>
          </a:xfrm>
          <a:prstGeom prst="rect">
            <a:avLst/>
          </a:prstGeom>
          <a:noFill/>
          <a:ln>
            <a:noFill/>
          </a:ln>
        </p:spPr>
        <p:txBody>
          <a:bodyPr spcFirstLastPara="1" wrap="square" lIns="0" tIns="0" rIns="0" bIns="0" anchor="t" anchorCtr="0">
            <a:noAutofit/>
          </a:bodyPr>
          <a:lstStyle/>
          <a:p>
            <a:pPr marL="0" lvl="0" indent="0" algn="l" rtl="0">
              <a:spcBef>
                <a:spcPts val="0"/>
              </a:spcBef>
              <a:spcAft>
                <a:spcPts val="0"/>
              </a:spcAft>
              <a:buNone/>
            </a:pPr>
            <a:endParaRPr sz="2000" b="0" strike="noStrike">
              <a:latin typeface="Arial"/>
              <a:ea typeface="Arial"/>
              <a:cs typeface="Arial"/>
              <a:sym typeface="Arial"/>
            </a:endParaRPr>
          </a:p>
        </p:txBody>
      </p:sp>
      <p:sp>
        <p:nvSpPr>
          <p:cNvPr id="570" name="Google Shape;570;p1:notes"/>
          <p:cNvSpPr txBox="1">
            <a:spLocks noGrp="1"/>
          </p:cNvSpPr>
          <p:nvPr>
            <p:ph type="sldNum" idx="12"/>
          </p:nvPr>
        </p:nvSpPr>
        <p:spPr>
          <a:xfrm>
            <a:off x="4280040" y="10156680"/>
            <a:ext cx="3274200" cy="535680"/>
          </a:xfrm>
          <a:prstGeom prst="rect">
            <a:avLst/>
          </a:prstGeom>
          <a:noFill/>
          <a:ln>
            <a:noFill/>
          </a:ln>
        </p:spPr>
        <p:txBody>
          <a:bodyPr spcFirstLastPara="1" wrap="square" lIns="0" tIns="0" rIns="0" bIns="0" anchor="b" anchorCtr="0">
            <a:noAutofit/>
          </a:bodyPr>
          <a:lstStyle/>
          <a:p>
            <a:pPr marL="0" marR="0" lvl="0" indent="0" algn="r" rtl="0">
              <a:lnSpc>
                <a:spcPct val="100000"/>
              </a:lnSpc>
              <a:spcBef>
                <a:spcPts val="0"/>
              </a:spcBef>
              <a:spcAft>
                <a:spcPts val="0"/>
              </a:spcAft>
              <a:buSzPts val="1200"/>
              <a:buFont typeface="Times New Roman"/>
              <a:buNone/>
            </a:pPr>
            <a:fld id="{00000000-1234-1234-1234-123412341234}" type="slidenum">
              <a:rPr lang="en-US" sz="1200" b="0" i="0" u="none" strike="noStrike" cap="none">
                <a:latin typeface="Times New Roman"/>
                <a:ea typeface="Times New Roman"/>
                <a:cs typeface="Times New Roman"/>
                <a:sym typeface="Times New Roman"/>
              </a:rPr>
              <a:t>1</a:t>
            </a:fld>
            <a:endParaRPr sz="1200" b="0" i="0" u="none" strike="noStrike" cap="none">
              <a:latin typeface="Times New Roman"/>
              <a:ea typeface="Times New Roman"/>
              <a:cs typeface="Times New Roman"/>
              <a:sym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6"/>
        <p:cNvGrpSpPr/>
        <p:nvPr/>
      </p:nvGrpSpPr>
      <p:grpSpPr>
        <a:xfrm>
          <a:off x="0" y="0"/>
          <a:ext cx="0" cy="0"/>
          <a:chOff x="0" y="0"/>
          <a:chExt cx="0" cy="0"/>
        </a:xfrm>
      </p:grpSpPr>
      <p:sp>
        <p:nvSpPr>
          <p:cNvPr id="587" name="Google Shape;587;p2: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88" name="Google Shape;588;p2: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9"/>
        <p:cNvGrpSpPr/>
        <p:nvPr/>
      </p:nvGrpSpPr>
      <p:grpSpPr>
        <a:xfrm>
          <a:off x="0" y="0"/>
          <a:ext cx="0" cy="0"/>
          <a:chOff x="0" y="0"/>
          <a:chExt cx="0" cy="0"/>
        </a:xfrm>
      </p:grpSpPr>
      <p:sp>
        <p:nvSpPr>
          <p:cNvPr id="600" name="Google Shape;600;p3: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01" name="Google Shape;601;p3: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348363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2"/>
        <p:cNvGrpSpPr/>
        <p:nvPr/>
      </p:nvGrpSpPr>
      <p:grpSpPr>
        <a:xfrm>
          <a:off x="0" y="0"/>
          <a:ext cx="0" cy="0"/>
          <a:chOff x="0" y="0"/>
          <a:chExt cx="0" cy="0"/>
        </a:xfrm>
      </p:grpSpPr>
      <p:sp>
        <p:nvSpPr>
          <p:cNvPr id="613" name="Google Shape;613;p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14" name="Google Shape;614;p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5"/>
        <p:cNvGrpSpPr/>
        <p:nvPr/>
      </p:nvGrpSpPr>
      <p:grpSpPr>
        <a:xfrm>
          <a:off x="0" y="0"/>
          <a:ext cx="0" cy="0"/>
          <a:chOff x="0" y="0"/>
          <a:chExt cx="0" cy="0"/>
        </a:xfrm>
      </p:grpSpPr>
      <p:sp>
        <p:nvSpPr>
          <p:cNvPr id="626" name="Google Shape;626;p5: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27" name="Google Shape;627;p5: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lang="en-IN" dirty="0"/>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55971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80970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07256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40" name="Google Shape;640;p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368375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p8: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66" name="Google Shape;666;p8: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9"/>
        <p:cNvGrpSpPr/>
        <p:nvPr/>
      </p:nvGrpSpPr>
      <p:grpSpPr>
        <a:xfrm>
          <a:off x="0" y="0"/>
          <a:ext cx="0" cy="0"/>
          <a:chOff x="0" y="0"/>
          <a:chExt cx="0" cy="0"/>
        </a:xfrm>
      </p:grpSpPr>
      <p:sp>
        <p:nvSpPr>
          <p:cNvPr id="680" name="Google Shape;680;p9: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81" name="Google Shape;681;p9: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p10: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96" name="Google Shape;696;p10: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4"/>
        <p:cNvGrpSpPr/>
        <p:nvPr/>
      </p:nvGrpSpPr>
      <p:grpSpPr>
        <a:xfrm>
          <a:off x="0" y="0"/>
          <a:ext cx="0" cy="0"/>
          <a:chOff x="0" y="0"/>
          <a:chExt cx="0" cy="0"/>
        </a:xfrm>
      </p:grpSpPr>
      <p:sp>
        <p:nvSpPr>
          <p:cNvPr id="695" name="Google Shape;695;p10: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696" name="Google Shape;696;p10: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86346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p11: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11" name="Google Shape;711;p11: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
        <p:cNvGrpSpPr/>
        <p:nvPr/>
      </p:nvGrpSpPr>
      <p:grpSpPr>
        <a:xfrm>
          <a:off x="0" y="0"/>
          <a:ext cx="0" cy="0"/>
          <a:chOff x="0" y="0"/>
          <a:chExt cx="0" cy="0"/>
        </a:xfrm>
      </p:grpSpPr>
      <p:sp>
        <p:nvSpPr>
          <p:cNvPr id="724" name="Google Shape;724;p12: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25" name="Google Shape;725;p12: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8"/>
        <p:cNvGrpSpPr/>
        <p:nvPr/>
      </p:nvGrpSpPr>
      <p:grpSpPr>
        <a:xfrm>
          <a:off x="0" y="0"/>
          <a:ext cx="0" cy="0"/>
          <a:chOff x="0" y="0"/>
          <a:chExt cx="0" cy="0"/>
        </a:xfrm>
      </p:grpSpPr>
      <p:sp>
        <p:nvSpPr>
          <p:cNvPr id="739" name="Google Shape;739;p13: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40" name="Google Shape;740;p13: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81297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980308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145231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425778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7265117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84488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36703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9007047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4906186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p14: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55" name="Google Shape;755;p14: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9796280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1"/>
        <p:cNvGrpSpPr/>
        <p:nvPr/>
      </p:nvGrpSpPr>
      <p:grpSpPr>
        <a:xfrm>
          <a:off x="0" y="0"/>
          <a:ext cx="0" cy="0"/>
          <a:chOff x="0" y="0"/>
          <a:chExt cx="0" cy="0"/>
        </a:xfrm>
      </p:grpSpPr>
      <p:sp>
        <p:nvSpPr>
          <p:cNvPr id="782" name="Google Shape;782;p16:notes"/>
          <p:cNvSpPr txBox="1">
            <a:spLocks noGrp="1"/>
          </p:cNvSpPr>
          <p:nvPr>
            <p:ph type="body" idx="1"/>
          </p:nvPr>
        </p:nvSpPr>
        <p:spPr>
          <a:xfrm>
            <a:off x="756000" y="5078520"/>
            <a:ext cx="6047640" cy="481104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783" name="Google Shape;783;p16:notes"/>
          <p:cNvSpPr>
            <a:spLocks noGrp="1" noRot="1" noChangeAspect="1"/>
          </p:cNvSpPr>
          <p:nvPr>
            <p:ph type="sldImg" idx="2"/>
          </p:nvPr>
        </p:nvSpPr>
        <p:spPr>
          <a:xfrm>
            <a:off x="217488" y="812800"/>
            <a:ext cx="7124700" cy="400843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3"/>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4"/>
        <p:cNvGrpSpPr/>
        <p:nvPr/>
      </p:nvGrpSpPr>
      <p:grpSpPr>
        <a:xfrm>
          <a:off x="0" y="0"/>
          <a:ext cx="0" cy="0"/>
          <a:chOff x="0" y="0"/>
          <a:chExt cx="0" cy="0"/>
        </a:xfrm>
      </p:grpSpPr>
      <p:sp>
        <p:nvSpPr>
          <p:cNvPr id="25" name="Google Shape;25;p3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5"/>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7"/>
        <p:cNvGrpSpPr/>
        <p:nvPr/>
      </p:nvGrpSpPr>
      <p:grpSpPr>
        <a:xfrm>
          <a:off x="0" y="0"/>
          <a:ext cx="0" cy="0"/>
          <a:chOff x="0" y="0"/>
          <a:chExt cx="0" cy="0"/>
        </a:xfrm>
      </p:grpSpPr>
      <p:sp>
        <p:nvSpPr>
          <p:cNvPr id="28" name="Google Shape;28;p3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36"/>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30"/>
        <p:cNvGrpSpPr/>
        <p:nvPr/>
      </p:nvGrpSpPr>
      <p:grpSpPr>
        <a:xfrm>
          <a:off x="0" y="0"/>
          <a:ext cx="0" cy="0"/>
          <a:chOff x="0" y="0"/>
          <a:chExt cx="0" cy="0"/>
        </a:xfrm>
      </p:grpSpPr>
      <p:sp>
        <p:nvSpPr>
          <p:cNvPr id="31" name="Google Shape;31;p3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7"/>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3" name="Google Shape;33;p37"/>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3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36"/>
        <p:cNvGrpSpPr/>
        <p:nvPr/>
      </p:nvGrpSpPr>
      <p:grpSpPr>
        <a:xfrm>
          <a:off x="0" y="0"/>
          <a:ext cx="0" cy="0"/>
          <a:chOff x="0" y="0"/>
          <a:chExt cx="0" cy="0"/>
        </a:xfrm>
      </p:grpSpPr>
      <p:sp>
        <p:nvSpPr>
          <p:cNvPr id="37" name="Google Shape;37;p39"/>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38"/>
        <p:cNvGrpSpPr/>
        <p:nvPr/>
      </p:nvGrpSpPr>
      <p:grpSpPr>
        <a:xfrm>
          <a:off x="0" y="0"/>
          <a:ext cx="0" cy="0"/>
          <a:chOff x="0" y="0"/>
          <a:chExt cx="0" cy="0"/>
        </a:xfrm>
      </p:grpSpPr>
      <p:sp>
        <p:nvSpPr>
          <p:cNvPr id="39" name="Google Shape;39;p4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40"/>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 name="Google Shape;41;p40"/>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 name="Google Shape;42;p40"/>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43"/>
        <p:cNvGrpSpPr/>
        <p:nvPr/>
      </p:nvGrpSpPr>
      <p:grpSpPr>
        <a:xfrm>
          <a:off x="0" y="0"/>
          <a:ext cx="0" cy="0"/>
          <a:chOff x="0" y="0"/>
          <a:chExt cx="0" cy="0"/>
        </a:xfrm>
      </p:grpSpPr>
      <p:sp>
        <p:nvSpPr>
          <p:cNvPr id="44" name="Google Shape;44;p4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 name="Google Shape;45;p41"/>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 name="Google Shape;46;p41"/>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7" name="Google Shape;47;p41"/>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8"/>
        <p:cNvGrpSpPr/>
        <p:nvPr/>
      </p:nvGrpSpPr>
      <p:grpSpPr>
        <a:xfrm>
          <a:off x="0" y="0"/>
          <a:ext cx="0" cy="0"/>
          <a:chOff x="0" y="0"/>
          <a:chExt cx="0" cy="0"/>
        </a:xfrm>
      </p:grpSpPr>
      <p:sp>
        <p:nvSpPr>
          <p:cNvPr id="49" name="Google Shape;49;p4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42"/>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1" name="Google Shape;51;p42"/>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2" name="Google Shape;52;p42"/>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53"/>
        <p:cNvGrpSpPr/>
        <p:nvPr/>
      </p:nvGrpSpPr>
      <p:grpSpPr>
        <a:xfrm>
          <a:off x="0" y="0"/>
          <a:ext cx="0" cy="0"/>
          <a:chOff x="0" y="0"/>
          <a:chExt cx="0" cy="0"/>
        </a:xfrm>
      </p:grpSpPr>
      <p:sp>
        <p:nvSpPr>
          <p:cNvPr id="54" name="Google Shape;54;p4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43"/>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6" name="Google Shape;56;p43"/>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57"/>
        <p:cNvGrpSpPr/>
        <p:nvPr/>
      </p:nvGrpSpPr>
      <p:grpSpPr>
        <a:xfrm>
          <a:off x="0" y="0"/>
          <a:ext cx="0" cy="0"/>
          <a:chOff x="0" y="0"/>
          <a:chExt cx="0" cy="0"/>
        </a:xfrm>
      </p:grpSpPr>
      <p:sp>
        <p:nvSpPr>
          <p:cNvPr id="58" name="Google Shape;58;p4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44"/>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0" name="Google Shape;60;p44"/>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1" name="Google Shape;61;p44"/>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2" name="Google Shape;62;p44"/>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63"/>
        <p:cNvGrpSpPr/>
        <p:nvPr/>
      </p:nvGrpSpPr>
      <p:grpSpPr>
        <a:xfrm>
          <a:off x="0" y="0"/>
          <a:ext cx="0" cy="0"/>
          <a:chOff x="0" y="0"/>
          <a:chExt cx="0" cy="0"/>
        </a:xfrm>
      </p:grpSpPr>
      <p:sp>
        <p:nvSpPr>
          <p:cNvPr id="64" name="Google Shape;64;p4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45"/>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6" name="Google Shape;66;p45"/>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7" name="Google Shape;67;p45"/>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8" name="Google Shape;68;p45"/>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69" name="Google Shape;69;p45"/>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70" name="Google Shape;70;p45"/>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85"/>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86"/>
        <p:cNvGrpSpPr/>
        <p:nvPr/>
      </p:nvGrpSpPr>
      <p:grpSpPr>
        <a:xfrm>
          <a:off x="0" y="0"/>
          <a:ext cx="0" cy="0"/>
          <a:chOff x="0" y="0"/>
          <a:chExt cx="0" cy="0"/>
        </a:xfrm>
      </p:grpSpPr>
      <p:sp>
        <p:nvSpPr>
          <p:cNvPr id="87" name="Google Shape;87;p4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46"/>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89"/>
        <p:cNvGrpSpPr/>
        <p:nvPr/>
      </p:nvGrpSpPr>
      <p:grpSpPr>
        <a:xfrm>
          <a:off x="0" y="0"/>
          <a:ext cx="0" cy="0"/>
          <a:chOff x="0" y="0"/>
          <a:chExt cx="0" cy="0"/>
        </a:xfrm>
      </p:grpSpPr>
      <p:sp>
        <p:nvSpPr>
          <p:cNvPr id="90" name="Google Shape;90;p4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47"/>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92"/>
        <p:cNvGrpSpPr/>
        <p:nvPr/>
      </p:nvGrpSpPr>
      <p:grpSpPr>
        <a:xfrm>
          <a:off x="0" y="0"/>
          <a:ext cx="0" cy="0"/>
          <a:chOff x="0" y="0"/>
          <a:chExt cx="0" cy="0"/>
        </a:xfrm>
      </p:grpSpPr>
      <p:sp>
        <p:nvSpPr>
          <p:cNvPr id="93" name="Google Shape;93;p4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48"/>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95" name="Google Shape;95;p48"/>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96"/>
        <p:cNvGrpSpPr/>
        <p:nvPr/>
      </p:nvGrpSpPr>
      <p:grpSpPr>
        <a:xfrm>
          <a:off x="0" y="0"/>
          <a:ext cx="0" cy="0"/>
          <a:chOff x="0" y="0"/>
          <a:chExt cx="0" cy="0"/>
        </a:xfrm>
      </p:grpSpPr>
      <p:sp>
        <p:nvSpPr>
          <p:cNvPr id="97" name="Google Shape;97;p4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98"/>
        <p:cNvGrpSpPr/>
        <p:nvPr/>
      </p:nvGrpSpPr>
      <p:grpSpPr>
        <a:xfrm>
          <a:off x="0" y="0"/>
          <a:ext cx="0" cy="0"/>
          <a:chOff x="0" y="0"/>
          <a:chExt cx="0" cy="0"/>
        </a:xfrm>
      </p:grpSpPr>
      <p:sp>
        <p:nvSpPr>
          <p:cNvPr id="99" name="Google Shape;99;p50"/>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00"/>
        <p:cNvGrpSpPr/>
        <p:nvPr/>
      </p:nvGrpSpPr>
      <p:grpSpPr>
        <a:xfrm>
          <a:off x="0" y="0"/>
          <a:ext cx="0" cy="0"/>
          <a:chOff x="0" y="0"/>
          <a:chExt cx="0" cy="0"/>
        </a:xfrm>
      </p:grpSpPr>
      <p:sp>
        <p:nvSpPr>
          <p:cNvPr id="101" name="Google Shape;101;p5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2" name="Google Shape;102;p51"/>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3" name="Google Shape;103;p51"/>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4" name="Google Shape;104;p51"/>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05"/>
        <p:cNvGrpSpPr/>
        <p:nvPr/>
      </p:nvGrpSpPr>
      <p:grpSpPr>
        <a:xfrm>
          <a:off x="0" y="0"/>
          <a:ext cx="0" cy="0"/>
          <a:chOff x="0" y="0"/>
          <a:chExt cx="0" cy="0"/>
        </a:xfrm>
      </p:grpSpPr>
      <p:sp>
        <p:nvSpPr>
          <p:cNvPr id="106" name="Google Shape;106;p5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7" name="Google Shape;107;p52"/>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8" name="Google Shape;108;p52"/>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09" name="Google Shape;109;p52"/>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10"/>
        <p:cNvGrpSpPr/>
        <p:nvPr/>
      </p:nvGrpSpPr>
      <p:grpSpPr>
        <a:xfrm>
          <a:off x="0" y="0"/>
          <a:ext cx="0" cy="0"/>
          <a:chOff x="0" y="0"/>
          <a:chExt cx="0" cy="0"/>
        </a:xfrm>
      </p:grpSpPr>
      <p:sp>
        <p:nvSpPr>
          <p:cNvPr id="111" name="Google Shape;111;p5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2" name="Google Shape;112;p53"/>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13" name="Google Shape;113;p53"/>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14" name="Google Shape;114;p53"/>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15"/>
        <p:cNvGrpSpPr/>
        <p:nvPr/>
      </p:nvGrpSpPr>
      <p:grpSpPr>
        <a:xfrm>
          <a:off x="0" y="0"/>
          <a:ext cx="0" cy="0"/>
          <a:chOff x="0" y="0"/>
          <a:chExt cx="0" cy="0"/>
        </a:xfrm>
      </p:grpSpPr>
      <p:sp>
        <p:nvSpPr>
          <p:cNvPr id="116" name="Google Shape;116;p5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7" name="Google Shape;117;p54"/>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18" name="Google Shape;118;p54"/>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19"/>
        <p:cNvGrpSpPr/>
        <p:nvPr/>
      </p:nvGrpSpPr>
      <p:grpSpPr>
        <a:xfrm>
          <a:off x="0" y="0"/>
          <a:ext cx="0" cy="0"/>
          <a:chOff x="0" y="0"/>
          <a:chExt cx="0" cy="0"/>
        </a:xfrm>
      </p:grpSpPr>
      <p:sp>
        <p:nvSpPr>
          <p:cNvPr id="120" name="Google Shape;120;p5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1" name="Google Shape;121;p55"/>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2" name="Google Shape;122;p55"/>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3" name="Google Shape;123;p55"/>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4" name="Google Shape;124;p55"/>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25"/>
        <p:cNvGrpSpPr/>
        <p:nvPr/>
      </p:nvGrpSpPr>
      <p:grpSpPr>
        <a:xfrm>
          <a:off x="0" y="0"/>
          <a:ext cx="0" cy="0"/>
          <a:chOff x="0" y="0"/>
          <a:chExt cx="0" cy="0"/>
        </a:xfrm>
      </p:grpSpPr>
      <p:sp>
        <p:nvSpPr>
          <p:cNvPr id="126" name="Google Shape;126;p5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7" name="Google Shape;127;p56"/>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8" name="Google Shape;128;p56"/>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29" name="Google Shape;129;p56"/>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30" name="Google Shape;130;p56"/>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31" name="Google Shape;131;p56"/>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32" name="Google Shape;132;p56"/>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147"/>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148"/>
        <p:cNvGrpSpPr/>
        <p:nvPr/>
      </p:nvGrpSpPr>
      <p:grpSpPr>
        <a:xfrm>
          <a:off x="0" y="0"/>
          <a:ext cx="0" cy="0"/>
          <a:chOff x="0" y="0"/>
          <a:chExt cx="0" cy="0"/>
        </a:xfrm>
      </p:grpSpPr>
      <p:sp>
        <p:nvSpPr>
          <p:cNvPr id="149" name="Google Shape;149;p5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0" name="Google Shape;150;p57"/>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151"/>
        <p:cNvGrpSpPr/>
        <p:nvPr/>
      </p:nvGrpSpPr>
      <p:grpSpPr>
        <a:xfrm>
          <a:off x="0" y="0"/>
          <a:ext cx="0" cy="0"/>
          <a:chOff x="0" y="0"/>
          <a:chExt cx="0" cy="0"/>
        </a:xfrm>
      </p:grpSpPr>
      <p:sp>
        <p:nvSpPr>
          <p:cNvPr id="152" name="Google Shape;152;p5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3" name="Google Shape;153;p58"/>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154"/>
        <p:cNvGrpSpPr/>
        <p:nvPr/>
      </p:nvGrpSpPr>
      <p:grpSpPr>
        <a:xfrm>
          <a:off x="0" y="0"/>
          <a:ext cx="0" cy="0"/>
          <a:chOff x="0" y="0"/>
          <a:chExt cx="0" cy="0"/>
        </a:xfrm>
      </p:grpSpPr>
      <p:sp>
        <p:nvSpPr>
          <p:cNvPr id="155" name="Google Shape;155;p5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6" name="Google Shape;156;p59"/>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57" name="Google Shape;157;p59"/>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58"/>
        <p:cNvGrpSpPr/>
        <p:nvPr/>
      </p:nvGrpSpPr>
      <p:grpSpPr>
        <a:xfrm>
          <a:off x="0" y="0"/>
          <a:ext cx="0" cy="0"/>
          <a:chOff x="0" y="0"/>
          <a:chExt cx="0" cy="0"/>
        </a:xfrm>
      </p:grpSpPr>
      <p:sp>
        <p:nvSpPr>
          <p:cNvPr id="159" name="Google Shape;159;p6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160"/>
        <p:cNvGrpSpPr/>
        <p:nvPr/>
      </p:nvGrpSpPr>
      <p:grpSpPr>
        <a:xfrm>
          <a:off x="0" y="0"/>
          <a:ext cx="0" cy="0"/>
          <a:chOff x="0" y="0"/>
          <a:chExt cx="0" cy="0"/>
        </a:xfrm>
      </p:grpSpPr>
      <p:sp>
        <p:nvSpPr>
          <p:cNvPr id="161" name="Google Shape;161;p61"/>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162"/>
        <p:cNvGrpSpPr/>
        <p:nvPr/>
      </p:nvGrpSpPr>
      <p:grpSpPr>
        <a:xfrm>
          <a:off x="0" y="0"/>
          <a:ext cx="0" cy="0"/>
          <a:chOff x="0" y="0"/>
          <a:chExt cx="0" cy="0"/>
        </a:xfrm>
      </p:grpSpPr>
      <p:sp>
        <p:nvSpPr>
          <p:cNvPr id="163" name="Google Shape;163;p6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4" name="Google Shape;164;p62"/>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65" name="Google Shape;165;p62"/>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66" name="Google Shape;166;p62"/>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167"/>
        <p:cNvGrpSpPr/>
        <p:nvPr/>
      </p:nvGrpSpPr>
      <p:grpSpPr>
        <a:xfrm>
          <a:off x="0" y="0"/>
          <a:ext cx="0" cy="0"/>
          <a:chOff x="0" y="0"/>
          <a:chExt cx="0" cy="0"/>
        </a:xfrm>
      </p:grpSpPr>
      <p:sp>
        <p:nvSpPr>
          <p:cNvPr id="168" name="Google Shape;168;p6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9" name="Google Shape;169;p63"/>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0" name="Google Shape;170;p63"/>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1" name="Google Shape;171;p63"/>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172"/>
        <p:cNvGrpSpPr/>
        <p:nvPr/>
      </p:nvGrpSpPr>
      <p:grpSpPr>
        <a:xfrm>
          <a:off x="0" y="0"/>
          <a:ext cx="0" cy="0"/>
          <a:chOff x="0" y="0"/>
          <a:chExt cx="0" cy="0"/>
        </a:xfrm>
      </p:grpSpPr>
      <p:sp>
        <p:nvSpPr>
          <p:cNvPr id="173" name="Google Shape;173;p6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4" name="Google Shape;174;p64"/>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5" name="Google Shape;175;p64"/>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76" name="Google Shape;176;p64"/>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177"/>
        <p:cNvGrpSpPr/>
        <p:nvPr/>
      </p:nvGrpSpPr>
      <p:grpSpPr>
        <a:xfrm>
          <a:off x="0" y="0"/>
          <a:ext cx="0" cy="0"/>
          <a:chOff x="0" y="0"/>
          <a:chExt cx="0" cy="0"/>
        </a:xfrm>
      </p:grpSpPr>
      <p:sp>
        <p:nvSpPr>
          <p:cNvPr id="178" name="Google Shape;178;p6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9" name="Google Shape;179;p65"/>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0" name="Google Shape;180;p65"/>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181"/>
        <p:cNvGrpSpPr/>
        <p:nvPr/>
      </p:nvGrpSpPr>
      <p:grpSpPr>
        <a:xfrm>
          <a:off x="0" y="0"/>
          <a:ext cx="0" cy="0"/>
          <a:chOff x="0" y="0"/>
          <a:chExt cx="0" cy="0"/>
        </a:xfrm>
      </p:grpSpPr>
      <p:sp>
        <p:nvSpPr>
          <p:cNvPr id="182" name="Google Shape;182;p6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3" name="Google Shape;183;p66"/>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4" name="Google Shape;184;p66"/>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5" name="Google Shape;185;p66"/>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86" name="Google Shape;186;p66"/>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187"/>
        <p:cNvGrpSpPr/>
        <p:nvPr/>
      </p:nvGrpSpPr>
      <p:grpSpPr>
        <a:xfrm>
          <a:off x="0" y="0"/>
          <a:ext cx="0" cy="0"/>
          <a:chOff x="0" y="0"/>
          <a:chExt cx="0" cy="0"/>
        </a:xfrm>
      </p:grpSpPr>
      <p:sp>
        <p:nvSpPr>
          <p:cNvPr id="188" name="Google Shape;188;p6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9" name="Google Shape;189;p67"/>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0" name="Google Shape;190;p67"/>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1" name="Google Shape;191;p67"/>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2" name="Google Shape;192;p67"/>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3" name="Google Shape;193;p67"/>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4" name="Google Shape;194;p67"/>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09"/>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10"/>
        <p:cNvGrpSpPr/>
        <p:nvPr/>
      </p:nvGrpSpPr>
      <p:grpSpPr>
        <a:xfrm>
          <a:off x="0" y="0"/>
          <a:ext cx="0" cy="0"/>
          <a:chOff x="0" y="0"/>
          <a:chExt cx="0" cy="0"/>
        </a:xfrm>
      </p:grpSpPr>
      <p:sp>
        <p:nvSpPr>
          <p:cNvPr id="211" name="Google Shape;211;p6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2" name="Google Shape;212;p68"/>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13"/>
        <p:cNvGrpSpPr/>
        <p:nvPr/>
      </p:nvGrpSpPr>
      <p:grpSpPr>
        <a:xfrm>
          <a:off x="0" y="0"/>
          <a:ext cx="0" cy="0"/>
          <a:chOff x="0" y="0"/>
          <a:chExt cx="0" cy="0"/>
        </a:xfrm>
      </p:grpSpPr>
      <p:sp>
        <p:nvSpPr>
          <p:cNvPr id="214" name="Google Shape;214;p6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5" name="Google Shape;215;p69"/>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216"/>
        <p:cNvGrpSpPr/>
        <p:nvPr/>
      </p:nvGrpSpPr>
      <p:grpSpPr>
        <a:xfrm>
          <a:off x="0" y="0"/>
          <a:ext cx="0" cy="0"/>
          <a:chOff x="0" y="0"/>
          <a:chExt cx="0" cy="0"/>
        </a:xfrm>
      </p:grpSpPr>
      <p:sp>
        <p:nvSpPr>
          <p:cNvPr id="217" name="Google Shape;217;p7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8" name="Google Shape;218;p70"/>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19" name="Google Shape;219;p70"/>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20"/>
        <p:cNvGrpSpPr/>
        <p:nvPr/>
      </p:nvGrpSpPr>
      <p:grpSpPr>
        <a:xfrm>
          <a:off x="0" y="0"/>
          <a:ext cx="0" cy="0"/>
          <a:chOff x="0" y="0"/>
          <a:chExt cx="0" cy="0"/>
        </a:xfrm>
      </p:grpSpPr>
      <p:sp>
        <p:nvSpPr>
          <p:cNvPr id="221" name="Google Shape;221;p7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22"/>
        <p:cNvGrpSpPr/>
        <p:nvPr/>
      </p:nvGrpSpPr>
      <p:grpSpPr>
        <a:xfrm>
          <a:off x="0" y="0"/>
          <a:ext cx="0" cy="0"/>
          <a:chOff x="0" y="0"/>
          <a:chExt cx="0" cy="0"/>
        </a:xfrm>
      </p:grpSpPr>
      <p:sp>
        <p:nvSpPr>
          <p:cNvPr id="223" name="Google Shape;223;p72"/>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24"/>
        <p:cNvGrpSpPr/>
        <p:nvPr/>
      </p:nvGrpSpPr>
      <p:grpSpPr>
        <a:xfrm>
          <a:off x="0" y="0"/>
          <a:ext cx="0" cy="0"/>
          <a:chOff x="0" y="0"/>
          <a:chExt cx="0" cy="0"/>
        </a:xfrm>
      </p:grpSpPr>
      <p:sp>
        <p:nvSpPr>
          <p:cNvPr id="225" name="Google Shape;225;p7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6" name="Google Shape;226;p73"/>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27" name="Google Shape;227;p73"/>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28" name="Google Shape;228;p73"/>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229"/>
        <p:cNvGrpSpPr/>
        <p:nvPr/>
      </p:nvGrpSpPr>
      <p:grpSpPr>
        <a:xfrm>
          <a:off x="0" y="0"/>
          <a:ext cx="0" cy="0"/>
          <a:chOff x="0" y="0"/>
          <a:chExt cx="0" cy="0"/>
        </a:xfrm>
      </p:grpSpPr>
      <p:sp>
        <p:nvSpPr>
          <p:cNvPr id="230" name="Google Shape;230;p7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1" name="Google Shape;231;p74"/>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2" name="Google Shape;232;p74"/>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3" name="Google Shape;233;p74"/>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234"/>
        <p:cNvGrpSpPr/>
        <p:nvPr/>
      </p:nvGrpSpPr>
      <p:grpSpPr>
        <a:xfrm>
          <a:off x="0" y="0"/>
          <a:ext cx="0" cy="0"/>
          <a:chOff x="0" y="0"/>
          <a:chExt cx="0" cy="0"/>
        </a:xfrm>
      </p:grpSpPr>
      <p:sp>
        <p:nvSpPr>
          <p:cNvPr id="235" name="Google Shape;235;p7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6" name="Google Shape;236;p75"/>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7" name="Google Shape;237;p75"/>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38" name="Google Shape;238;p75"/>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239"/>
        <p:cNvGrpSpPr/>
        <p:nvPr/>
      </p:nvGrpSpPr>
      <p:grpSpPr>
        <a:xfrm>
          <a:off x="0" y="0"/>
          <a:ext cx="0" cy="0"/>
          <a:chOff x="0" y="0"/>
          <a:chExt cx="0" cy="0"/>
        </a:xfrm>
      </p:grpSpPr>
      <p:sp>
        <p:nvSpPr>
          <p:cNvPr id="240" name="Google Shape;240;p7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1" name="Google Shape;241;p76"/>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2" name="Google Shape;242;p76"/>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243"/>
        <p:cNvGrpSpPr/>
        <p:nvPr/>
      </p:nvGrpSpPr>
      <p:grpSpPr>
        <a:xfrm>
          <a:off x="0" y="0"/>
          <a:ext cx="0" cy="0"/>
          <a:chOff x="0" y="0"/>
          <a:chExt cx="0" cy="0"/>
        </a:xfrm>
      </p:grpSpPr>
      <p:sp>
        <p:nvSpPr>
          <p:cNvPr id="244" name="Google Shape;244;p7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5" name="Google Shape;245;p77"/>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6" name="Google Shape;246;p77"/>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7" name="Google Shape;247;p77"/>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48" name="Google Shape;248;p77"/>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249"/>
        <p:cNvGrpSpPr/>
        <p:nvPr/>
      </p:nvGrpSpPr>
      <p:grpSpPr>
        <a:xfrm>
          <a:off x="0" y="0"/>
          <a:ext cx="0" cy="0"/>
          <a:chOff x="0" y="0"/>
          <a:chExt cx="0" cy="0"/>
        </a:xfrm>
      </p:grpSpPr>
      <p:sp>
        <p:nvSpPr>
          <p:cNvPr id="250" name="Google Shape;250;p7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1" name="Google Shape;251;p78"/>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2" name="Google Shape;252;p78"/>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3" name="Google Shape;253;p78"/>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4" name="Google Shape;254;p78"/>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5" name="Google Shape;255;p78"/>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56" name="Google Shape;256;p78"/>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7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272"/>
        <p:cNvGrpSpPr/>
        <p:nvPr/>
      </p:nvGrpSpPr>
      <p:grpSpPr>
        <a:xfrm>
          <a:off x="0" y="0"/>
          <a:ext cx="0" cy="0"/>
          <a:chOff x="0" y="0"/>
          <a:chExt cx="0" cy="0"/>
        </a:xfrm>
      </p:grpSpPr>
      <p:sp>
        <p:nvSpPr>
          <p:cNvPr id="273" name="Google Shape;273;p7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4" name="Google Shape;274;p79"/>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275"/>
        <p:cNvGrpSpPr/>
        <p:nvPr/>
      </p:nvGrpSpPr>
      <p:grpSpPr>
        <a:xfrm>
          <a:off x="0" y="0"/>
          <a:ext cx="0" cy="0"/>
          <a:chOff x="0" y="0"/>
          <a:chExt cx="0" cy="0"/>
        </a:xfrm>
      </p:grpSpPr>
      <p:sp>
        <p:nvSpPr>
          <p:cNvPr id="276" name="Google Shape;276;p8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7" name="Google Shape;277;p80"/>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278"/>
        <p:cNvGrpSpPr/>
        <p:nvPr/>
      </p:nvGrpSpPr>
      <p:grpSpPr>
        <a:xfrm>
          <a:off x="0" y="0"/>
          <a:ext cx="0" cy="0"/>
          <a:chOff x="0" y="0"/>
          <a:chExt cx="0" cy="0"/>
        </a:xfrm>
      </p:grpSpPr>
      <p:sp>
        <p:nvSpPr>
          <p:cNvPr id="279" name="Google Shape;279;p8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0" name="Google Shape;280;p81"/>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81" name="Google Shape;281;p81"/>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82"/>
        <p:cNvGrpSpPr/>
        <p:nvPr/>
      </p:nvGrpSpPr>
      <p:grpSpPr>
        <a:xfrm>
          <a:off x="0" y="0"/>
          <a:ext cx="0" cy="0"/>
          <a:chOff x="0" y="0"/>
          <a:chExt cx="0" cy="0"/>
        </a:xfrm>
      </p:grpSpPr>
      <p:sp>
        <p:nvSpPr>
          <p:cNvPr id="283" name="Google Shape;283;p8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284"/>
        <p:cNvGrpSpPr/>
        <p:nvPr/>
      </p:nvGrpSpPr>
      <p:grpSpPr>
        <a:xfrm>
          <a:off x="0" y="0"/>
          <a:ext cx="0" cy="0"/>
          <a:chOff x="0" y="0"/>
          <a:chExt cx="0" cy="0"/>
        </a:xfrm>
      </p:grpSpPr>
      <p:sp>
        <p:nvSpPr>
          <p:cNvPr id="285" name="Google Shape;285;p83"/>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286"/>
        <p:cNvGrpSpPr/>
        <p:nvPr/>
      </p:nvGrpSpPr>
      <p:grpSpPr>
        <a:xfrm>
          <a:off x="0" y="0"/>
          <a:ext cx="0" cy="0"/>
          <a:chOff x="0" y="0"/>
          <a:chExt cx="0" cy="0"/>
        </a:xfrm>
      </p:grpSpPr>
      <p:sp>
        <p:nvSpPr>
          <p:cNvPr id="287" name="Google Shape;287;p8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8" name="Google Shape;288;p84"/>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89" name="Google Shape;289;p84"/>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0" name="Google Shape;290;p84"/>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291"/>
        <p:cNvGrpSpPr/>
        <p:nvPr/>
      </p:nvGrpSpPr>
      <p:grpSpPr>
        <a:xfrm>
          <a:off x="0" y="0"/>
          <a:ext cx="0" cy="0"/>
          <a:chOff x="0" y="0"/>
          <a:chExt cx="0" cy="0"/>
        </a:xfrm>
      </p:grpSpPr>
      <p:sp>
        <p:nvSpPr>
          <p:cNvPr id="292" name="Google Shape;292;p8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3" name="Google Shape;293;p85"/>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4" name="Google Shape;294;p85"/>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5" name="Google Shape;295;p85"/>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296"/>
        <p:cNvGrpSpPr/>
        <p:nvPr/>
      </p:nvGrpSpPr>
      <p:grpSpPr>
        <a:xfrm>
          <a:off x="0" y="0"/>
          <a:ext cx="0" cy="0"/>
          <a:chOff x="0" y="0"/>
          <a:chExt cx="0" cy="0"/>
        </a:xfrm>
      </p:grpSpPr>
      <p:sp>
        <p:nvSpPr>
          <p:cNvPr id="297" name="Google Shape;297;p8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8" name="Google Shape;298;p86"/>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9" name="Google Shape;299;p86"/>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0" name="Google Shape;300;p86"/>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301"/>
        <p:cNvGrpSpPr/>
        <p:nvPr/>
      </p:nvGrpSpPr>
      <p:grpSpPr>
        <a:xfrm>
          <a:off x="0" y="0"/>
          <a:ext cx="0" cy="0"/>
          <a:chOff x="0" y="0"/>
          <a:chExt cx="0" cy="0"/>
        </a:xfrm>
      </p:grpSpPr>
      <p:sp>
        <p:nvSpPr>
          <p:cNvPr id="302" name="Google Shape;302;p8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3" name="Google Shape;303;p87"/>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4" name="Google Shape;304;p87"/>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305"/>
        <p:cNvGrpSpPr/>
        <p:nvPr/>
      </p:nvGrpSpPr>
      <p:grpSpPr>
        <a:xfrm>
          <a:off x="0" y="0"/>
          <a:ext cx="0" cy="0"/>
          <a:chOff x="0" y="0"/>
          <a:chExt cx="0" cy="0"/>
        </a:xfrm>
      </p:grpSpPr>
      <p:sp>
        <p:nvSpPr>
          <p:cNvPr id="306" name="Google Shape;306;p8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7" name="Google Shape;307;p88"/>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8" name="Google Shape;308;p88"/>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09" name="Google Shape;309;p88"/>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0" name="Google Shape;310;p88"/>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311"/>
        <p:cNvGrpSpPr/>
        <p:nvPr/>
      </p:nvGrpSpPr>
      <p:grpSpPr>
        <a:xfrm>
          <a:off x="0" y="0"/>
          <a:ext cx="0" cy="0"/>
          <a:chOff x="0" y="0"/>
          <a:chExt cx="0" cy="0"/>
        </a:xfrm>
      </p:grpSpPr>
      <p:sp>
        <p:nvSpPr>
          <p:cNvPr id="312" name="Google Shape;312;p8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3" name="Google Shape;313;p89"/>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4" name="Google Shape;314;p89"/>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5" name="Google Shape;315;p89"/>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6" name="Google Shape;316;p89"/>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7" name="Google Shape;317;p89"/>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8" name="Google Shape;318;p89"/>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33"/>
        <p:cNvGrpSpPr/>
        <p:nvPr/>
      </p:nvGrpSpPr>
      <p:grpSpPr>
        <a:xfrm>
          <a:off x="0" y="0"/>
          <a:ext cx="0" cy="0"/>
          <a:chOff x="0" y="0"/>
          <a:chExt cx="0" cy="0"/>
        </a:xfrm>
      </p:grpSpPr>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334"/>
        <p:cNvGrpSpPr/>
        <p:nvPr/>
      </p:nvGrpSpPr>
      <p:grpSpPr>
        <a:xfrm>
          <a:off x="0" y="0"/>
          <a:ext cx="0" cy="0"/>
          <a:chOff x="0" y="0"/>
          <a:chExt cx="0" cy="0"/>
        </a:xfrm>
      </p:grpSpPr>
      <p:sp>
        <p:nvSpPr>
          <p:cNvPr id="335" name="Google Shape;335;p9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6" name="Google Shape;336;p90"/>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337"/>
        <p:cNvGrpSpPr/>
        <p:nvPr/>
      </p:nvGrpSpPr>
      <p:grpSpPr>
        <a:xfrm>
          <a:off x="0" y="0"/>
          <a:ext cx="0" cy="0"/>
          <a:chOff x="0" y="0"/>
          <a:chExt cx="0" cy="0"/>
        </a:xfrm>
      </p:grpSpPr>
      <p:sp>
        <p:nvSpPr>
          <p:cNvPr id="338" name="Google Shape;338;p9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9" name="Google Shape;339;p91"/>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340"/>
        <p:cNvGrpSpPr/>
        <p:nvPr/>
      </p:nvGrpSpPr>
      <p:grpSpPr>
        <a:xfrm>
          <a:off x="0" y="0"/>
          <a:ext cx="0" cy="0"/>
          <a:chOff x="0" y="0"/>
          <a:chExt cx="0" cy="0"/>
        </a:xfrm>
      </p:grpSpPr>
      <p:sp>
        <p:nvSpPr>
          <p:cNvPr id="341" name="Google Shape;341;p9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2" name="Google Shape;342;p92"/>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43" name="Google Shape;343;p92"/>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4"/>
        <p:cNvGrpSpPr/>
        <p:nvPr/>
      </p:nvGrpSpPr>
      <p:grpSpPr>
        <a:xfrm>
          <a:off x="0" y="0"/>
          <a:ext cx="0" cy="0"/>
          <a:chOff x="0" y="0"/>
          <a:chExt cx="0" cy="0"/>
        </a:xfrm>
      </p:grpSpPr>
      <p:sp>
        <p:nvSpPr>
          <p:cNvPr id="345" name="Google Shape;345;p9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346"/>
        <p:cNvGrpSpPr/>
        <p:nvPr/>
      </p:nvGrpSpPr>
      <p:grpSpPr>
        <a:xfrm>
          <a:off x="0" y="0"/>
          <a:ext cx="0" cy="0"/>
          <a:chOff x="0" y="0"/>
          <a:chExt cx="0" cy="0"/>
        </a:xfrm>
      </p:grpSpPr>
      <p:sp>
        <p:nvSpPr>
          <p:cNvPr id="347" name="Google Shape;347;p94"/>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348"/>
        <p:cNvGrpSpPr/>
        <p:nvPr/>
      </p:nvGrpSpPr>
      <p:grpSpPr>
        <a:xfrm>
          <a:off x="0" y="0"/>
          <a:ext cx="0" cy="0"/>
          <a:chOff x="0" y="0"/>
          <a:chExt cx="0" cy="0"/>
        </a:xfrm>
      </p:grpSpPr>
      <p:sp>
        <p:nvSpPr>
          <p:cNvPr id="349" name="Google Shape;349;p9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0" name="Google Shape;350;p95"/>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1" name="Google Shape;351;p95"/>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2" name="Google Shape;352;p95"/>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353"/>
        <p:cNvGrpSpPr/>
        <p:nvPr/>
      </p:nvGrpSpPr>
      <p:grpSpPr>
        <a:xfrm>
          <a:off x="0" y="0"/>
          <a:ext cx="0" cy="0"/>
          <a:chOff x="0" y="0"/>
          <a:chExt cx="0" cy="0"/>
        </a:xfrm>
      </p:grpSpPr>
      <p:sp>
        <p:nvSpPr>
          <p:cNvPr id="354" name="Google Shape;354;p9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5" name="Google Shape;355;p96"/>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6" name="Google Shape;356;p96"/>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57" name="Google Shape;357;p96"/>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358"/>
        <p:cNvGrpSpPr/>
        <p:nvPr/>
      </p:nvGrpSpPr>
      <p:grpSpPr>
        <a:xfrm>
          <a:off x="0" y="0"/>
          <a:ext cx="0" cy="0"/>
          <a:chOff x="0" y="0"/>
          <a:chExt cx="0" cy="0"/>
        </a:xfrm>
      </p:grpSpPr>
      <p:sp>
        <p:nvSpPr>
          <p:cNvPr id="359" name="Google Shape;359;p9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0" name="Google Shape;360;p97"/>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61" name="Google Shape;361;p97"/>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62" name="Google Shape;362;p97"/>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363"/>
        <p:cNvGrpSpPr/>
        <p:nvPr/>
      </p:nvGrpSpPr>
      <p:grpSpPr>
        <a:xfrm>
          <a:off x="0" y="0"/>
          <a:ext cx="0" cy="0"/>
          <a:chOff x="0" y="0"/>
          <a:chExt cx="0" cy="0"/>
        </a:xfrm>
      </p:grpSpPr>
      <p:sp>
        <p:nvSpPr>
          <p:cNvPr id="364" name="Google Shape;364;p9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5" name="Google Shape;365;p98"/>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66" name="Google Shape;366;p98"/>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367"/>
        <p:cNvGrpSpPr/>
        <p:nvPr/>
      </p:nvGrpSpPr>
      <p:grpSpPr>
        <a:xfrm>
          <a:off x="0" y="0"/>
          <a:ext cx="0" cy="0"/>
          <a:chOff x="0" y="0"/>
          <a:chExt cx="0" cy="0"/>
        </a:xfrm>
      </p:grpSpPr>
      <p:sp>
        <p:nvSpPr>
          <p:cNvPr id="368" name="Google Shape;368;p9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9" name="Google Shape;369;p99"/>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0" name="Google Shape;370;p99"/>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1" name="Google Shape;371;p99"/>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2" name="Google Shape;372;p99"/>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373"/>
        <p:cNvGrpSpPr/>
        <p:nvPr/>
      </p:nvGrpSpPr>
      <p:grpSpPr>
        <a:xfrm>
          <a:off x="0" y="0"/>
          <a:ext cx="0" cy="0"/>
          <a:chOff x="0" y="0"/>
          <a:chExt cx="0" cy="0"/>
        </a:xfrm>
      </p:grpSpPr>
      <p:sp>
        <p:nvSpPr>
          <p:cNvPr id="374" name="Google Shape;374;p10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5" name="Google Shape;375;p100"/>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6" name="Google Shape;376;p100"/>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7" name="Google Shape;377;p100"/>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8" name="Google Shape;378;p100"/>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79" name="Google Shape;379;p100"/>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80" name="Google Shape;380;p100"/>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395"/>
        <p:cNvGrpSpPr/>
        <p:nvPr/>
      </p:nvGrpSpPr>
      <p:grpSpPr>
        <a:xfrm>
          <a:off x="0" y="0"/>
          <a:ext cx="0" cy="0"/>
          <a:chOff x="0" y="0"/>
          <a:chExt cx="0" cy="0"/>
        </a:xfrm>
      </p:grpSpPr>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396"/>
        <p:cNvGrpSpPr/>
        <p:nvPr/>
      </p:nvGrpSpPr>
      <p:grpSpPr>
        <a:xfrm>
          <a:off x="0" y="0"/>
          <a:ext cx="0" cy="0"/>
          <a:chOff x="0" y="0"/>
          <a:chExt cx="0" cy="0"/>
        </a:xfrm>
      </p:grpSpPr>
      <p:sp>
        <p:nvSpPr>
          <p:cNvPr id="397" name="Google Shape;397;p10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8" name="Google Shape;398;p101"/>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399"/>
        <p:cNvGrpSpPr/>
        <p:nvPr/>
      </p:nvGrpSpPr>
      <p:grpSpPr>
        <a:xfrm>
          <a:off x="0" y="0"/>
          <a:ext cx="0" cy="0"/>
          <a:chOff x="0" y="0"/>
          <a:chExt cx="0" cy="0"/>
        </a:xfrm>
      </p:grpSpPr>
      <p:sp>
        <p:nvSpPr>
          <p:cNvPr id="400" name="Google Shape;400;p10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1" name="Google Shape;401;p102"/>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402"/>
        <p:cNvGrpSpPr/>
        <p:nvPr/>
      </p:nvGrpSpPr>
      <p:grpSpPr>
        <a:xfrm>
          <a:off x="0" y="0"/>
          <a:ext cx="0" cy="0"/>
          <a:chOff x="0" y="0"/>
          <a:chExt cx="0" cy="0"/>
        </a:xfrm>
      </p:grpSpPr>
      <p:sp>
        <p:nvSpPr>
          <p:cNvPr id="403" name="Google Shape;403;p10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4" name="Google Shape;404;p103"/>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05" name="Google Shape;405;p103"/>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06"/>
        <p:cNvGrpSpPr/>
        <p:nvPr/>
      </p:nvGrpSpPr>
      <p:grpSpPr>
        <a:xfrm>
          <a:off x="0" y="0"/>
          <a:ext cx="0" cy="0"/>
          <a:chOff x="0" y="0"/>
          <a:chExt cx="0" cy="0"/>
        </a:xfrm>
      </p:grpSpPr>
      <p:sp>
        <p:nvSpPr>
          <p:cNvPr id="407" name="Google Shape;407;p10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408"/>
        <p:cNvGrpSpPr/>
        <p:nvPr/>
      </p:nvGrpSpPr>
      <p:grpSpPr>
        <a:xfrm>
          <a:off x="0" y="0"/>
          <a:ext cx="0" cy="0"/>
          <a:chOff x="0" y="0"/>
          <a:chExt cx="0" cy="0"/>
        </a:xfrm>
      </p:grpSpPr>
      <p:sp>
        <p:nvSpPr>
          <p:cNvPr id="409" name="Google Shape;409;p105"/>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410"/>
        <p:cNvGrpSpPr/>
        <p:nvPr/>
      </p:nvGrpSpPr>
      <p:grpSpPr>
        <a:xfrm>
          <a:off x="0" y="0"/>
          <a:ext cx="0" cy="0"/>
          <a:chOff x="0" y="0"/>
          <a:chExt cx="0" cy="0"/>
        </a:xfrm>
      </p:grpSpPr>
      <p:sp>
        <p:nvSpPr>
          <p:cNvPr id="411" name="Google Shape;411;p106"/>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2" name="Google Shape;412;p106"/>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3" name="Google Shape;413;p106"/>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4" name="Google Shape;414;p106"/>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415"/>
        <p:cNvGrpSpPr/>
        <p:nvPr/>
      </p:nvGrpSpPr>
      <p:grpSpPr>
        <a:xfrm>
          <a:off x="0" y="0"/>
          <a:ext cx="0" cy="0"/>
          <a:chOff x="0" y="0"/>
          <a:chExt cx="0" cy="0"/>
        </a:xfrm>
      </p:grpSpPr>
      <p:sp>
        <p:nvSpPr>
          <p:cNvPr id="416" name="Google Shape;416;p10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7" name="Google Shape;417;p107"/>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8" name="Google Shape;418;p107"/>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19" name="Google Shape;419;p107"/>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20"/>
        <p:cNvGrpSpPr/>
        <p:nvPr/>
      </p:nvGrpSpPr>
      <p:grpSpPr>
        <a:xfrm>
          <a:off x="0" y="0"/>
          <a:ext cx="0" cy="0"/>
          <a:chOff x="0" y="0"/>
          <a:chExt cx="0" cy="0"/>
        </a:xfrm>
      </p:grpSpPr>
      <p:sp>
        <p:nvSpPr>
          <p:cNvPr id="421" name="Google Shape;421;p10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2" name="Google Shape;422;p108"/>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3" name="Google Shape;423;p108"/>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4" name="Google Shape;424;p108"/>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25"/>
        <p:cNvGrpSpPr/>
        <p:nvPr/>
      </p:nvGrpSpPr>
      <p:grpSpPr>
        <a:xfrm>
          <a:off x="0" y="0"/>
          <a:ext cx="0" cy="0"/>
          <a:chOff x="0" y="0"/>
          <a:chExt cx="0" cy="0"/>
        </a:xfrm>
      </p:grpSpPr>
      <p:sp>
        <p:nvSpPr>
          <p:cNvPr id="426" name="Google Shape;426;p10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7" name="Google Shape;427;p109"/>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28" name="Google Shape;428;p109"/>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29"/>
        <p:cNvGrpSpPr/>
        <p:nvPr/>
      </p:nvGrpSpPr>
      <p:grpSpPr>
        <a:xfrm>
          <a:off x="0" y="0"/>
          <a:ext cx="0" cy="0"/>
          <a:chOff x="0" y="0"/>
          <a:chExt cx="0" cy="0"/>
        </a:xfrm>
      </p:grpSpPr>
      <p:sp>
        <p:nvSpPr>
          <p:cNvPr id="430" name="Google Shape;430;p11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1" name="Google Shape;431;p110"/>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2" name="Google Shape;432;p110"/>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3" name="Google Shape;433;p110"/>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4" name="Google Shape;434;p110"/>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435"/>
        <p:cNvGrpSpPr/>
        <p:nvPr/>
      </p:nvGrpSpPr>
      <p:grpSpPr>
        <a:xfrm>
          <a:off x="0" y="0"/>
          <a:ext cx="0" cy="0"/>
          <a:chOff x="0" y="0"/>
          <a:chExt cx="0" cy="0"/>
        </a:xfrm>
      </p:grpSpPr>
      <p:sp>
        <p:nvSpPr>
          <p:cNvPr id="436" name="Google Shape;436;p11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7" name="Google Shape;437;p111"/>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8" name="Google Shape;438;p111"/>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39" name="Google Shape;439;p111"/>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40" name="Google Shape;440;p111"/>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41" name="Google Shape;441;p111"/>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42" name="Google Shape;442;p111"/>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457"/>
        <p:cNvGrpSpPr/>
        <p:nvPr/>
      </p:nvGrpSpPr>
      <p:grpSpPr>
        <a:xfrm>
          <a:off x="0" y="0"/>
          <a:ext cx="0" cy="0"/>
          <a:chOff x="0" y="0"/>
          <a:chExt cx="0" cy="0"/>
        </a:xfrm>
      </p:grpSpPr>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Title Slide" type="tx">
  <p:cSld name="TITLE_AND_BODY">
    <p:spTree>
      <p:nvGrpSpPr>
        <p:cNvPr id="1" name="Shape 458"/>
        <p:cNvGrpSpPr/>
        <p:nvPr/>
      </p:nvGrpSpPr>
      <p:grpSpPr>
        <a:xfrm>
          <a:off x="0" y="0"/>
          <a:ext cx="0" cy="0"/>
          <a:chOff x="0" y="0"/>
          <a:chExt cx="0" cy="0"/>
        </a:xfrm>
      </p:grpSpPr>
      <p:sp>
        <p:nvSpPr>
          <p:cNvPr id="459" name="Google Shape;459;p11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0" name="Google Shape;460;p112"/>
          <p:cNvSpPr txBox="1">
            <a:spLocks noGrp="1"/>
          </p:cNvSpPr>
          <p:nvPr>
            <p:ph type="subTitle" idx="1"/>
          </p:nvPr>
        </p:nvSpPr>
        <p:spPr>
          <a:xfrm>
            <a:off x="950400" y="2502000"/>
            <a:ext cx="17108640" cy="620172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461"/>
        <p:cNvGrpSpPr/>
        <p:nvPr/>
      </p:nvGrpSpPr>
      <p:grpSpPr>
        <a:xfrm>
          <a:off x="0" y="0"/>
          <a:ext cx="0" cy="0"/>
          <a:chOff x="0" y="0"/>
          <a:chExt cx="0" cy="0"/>
        </a:xfrm>
      </p:grpSpPr>
      <p:sp>
        <p:nvSpPr>
          <p:cNvPr id="462" name="Google Shape;462;p11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3" name="Google Shape;463;p113"/>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Title, 2 Content" type="twoObj">
  <p:cSld name="TWO_OBJECTS">
    <p:spTree>
      <p:nvGrpSpPr>
        <p:cNvPr id="1" name="Shape 464"/>
        <p:cNvGrpSpPr/>
        <p:nvPr/>
      </p:nvGrpSpPr>
      <p:grpSpPr>
        <a:xfrm>
          <a:off x="0" y="0"/>
          <a:ext cx="0" cy="0"/>
          <a:chOff x="0" y="0"/>
          <a:chExt cx="0" cy="0"/>
        </a:xfrm>
      </p:grpSpPr>
      <p:sp>
        <p:nvSpPr>
          <p:cNvPr id="465" name="Google Shape;465;p114"/>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6" name="Google Shape;466;p114"/>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7" name="Google Shape;467;p114"/>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68"/>
        <p:cNvGrpSpPr/>
        <p:nvPr/>
      </p:nvGrpSpPr>
      <p:grpSpPr>
        <a:xfrm>
          <a:off x="0" y="0"/>
          <a:ext cx="0" cy="0"/>
          <a:chOff x="0" y="0"/>
          <a:chExt cx="0" cy="0"/>
        </a:xfrm>
      </p:grpSpPr>
      <p:sp>
        <p:nvSpPr>
          <p:cNvPr id="469" name="Google Shape;469;p11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Centered Text" type="objOnly">
  <p:cSld name="OBJECT_ONLY">
    <p:spTree>
      <p:nvGrpSpPr>
        <p:cNvPr id="1" name="Shape 470"/>
        <p:cNvGrpSpPr/>
        <p:nvPr/>
      </p:nvGrpSpPr>
      <p:grpSpPr>
        <a:xfrm>
          <a:off x="0" y="0"/>
          <a:ext cx="0" cy="0"/>
          <a:chOff x="0" y="0"/>
          <a:chExt cx="0" cy="0"/>
        </a:xfrm>
      </p:grpSpPr>
      <p:sp>
        <p:nvSpPr>
          <p:cNvPr id="471" name="Google Shape;471;p116"/>
          <p:cNvSpPr txBox="1">
            <a:spLocks noGrp="1"/>
          </p:cNvSpPr>
          <p:nvPr>
            <p:ph type="subTitle" idx="1"/>
          </p:nvPr>
        </p:nvSpPr>
        <p:spPr>
          <a:xfrm>
            <a:off x="950400" y="426600"/>
            <a:ext cx="17108640" cy="827676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Title, 2 Content and Content" type="twoObjAndObj">
  <p:cSld name="TWO_OBJECTS_AND_OBJECT">
    <p:spTree>
      <p:nvGrpSpPr>
        <p:cNvPr id="1" name="Shape 472"/>
        <p:cNvGrpSpPr/>
        <p:nvPr/>
      </p:nvGrpSpPr>
      <p:grpSpPr>
        <a:xfrm>
          <a:off x="0" y="0"/>
          <a:ext cx="0" cy="0"/>
          <a:chOff x="0" y="0"/>
          <a:chExt cx="0" cy="0"/>
        </a:xfrm>
      </p:grpSpPr>
      <p:sp>
        <p:nvSpPr>
          <p:cNvPr id="473" name="Google Shape;473;p11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4" name="Google Shape;474;p117"/>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75" name="Google Shape;475;p117"/>
          <p:cNvSpPr txBox="1">
            <a:spLocks noGrp="1"/>
          </p:cNvSpPr>
          <p:nvPr>
            <p:ph type="body" idx="2"/>
          </p:nvPr>
        </p:nvSpPr>
        <p:spPr>
          <a:xfrm>
            <a:off x="971712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76" name="Google Shape;476;p117"/>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Title Content and 2 Content" type="objAndTwoObj">
  <p:cSld name="OBJECT_AND_TWO_OBJECTS">
    <p:spTree>
      <p:nvGrpSpPr>
        <p:cNvPr id="1" name="Shape 477"/>
        <p:cNvGrpSpPr/>
        <p:nvPr/>
      </p:nvGrpSpPr>
      <p:grpSpPr>
        <a:xfrm>
          <a:off x="0" y="0"/>
          <a:ext cx="0" cy="0"/>
          <a:chOff x="0" y="0"/>
          <a:chExt cx="0" cy="0"/>
        </a:xfrm>
      </p:grpSpPr>
      <p:sp>
        <p:nvSpPr>
          <p:cNvPr id="478" name="Google Shape;478;p118"/>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9" name="Google Shape;479;p118"/>
          <p:cNvSpPr txBox="1">
            <a:spLocks noGrp="1"/>
          </p:cNvSpPr>
          <p:nvPr>
            <p:ph type="body" idx="1"/>
          </p:nvPr>
        </p:nvSpPr>
        <p:spPr>
          <a:xfrm>
            <a:off x="950400" y="2502000"/>
            <a:ext cx="8348760" cy="62017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0" name="Google Shape;480;p118"/>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1" name="Google Shape;481;p118"/>
          <p:cNvSpPr txBox="1">
            <a:spLocks noGrp="1"/>
          </p:cNvSpPr>
          <p:nvPr>
            <p:ph type="body" idx="3"/>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Title, 2 Content over Content" type="twoObjOverTx">
  <p:cSld name="TWO_OBJECTS_OVER_TEXT">
    <p:spTree>
      <p:nvGrpSpPr>
        <p:cNvPr id="1" name="Shape 482"/>
        <p:cNvGrpSpPr/>
        <p:nvPr/>
      </p:nvGrpSpPr>
      <p:grpSpPr>
        <a:xfrm>
          <a:off x="0" y="0"/>
          <a:ext cx="0" cy="0"/>
          <a:chOff x="0" y="0"/>
          <a:chExt cx="0" cy="0"/>
        </a:xfrm>
      </p:grpSpPr>
      <p:sp>
        <p:nvSpPr>
          <p:cNvPr id="483" name="Google Shape;483;p11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4" name="Google Shape;484;p119"/>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5" name="Google Shape;485;p119"/>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86" name="Google Shape;486;p119"/>
          <p:cNvSpPr txBox="1">
            <a:spLocks noGrp="1"/>
          </p:cNvSpPr>
          <p:nvPr>
            <p:ph type="body" idx="3"/>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Title, Content over Content" type="objOverTx">
  <p:cSld name="OBJECT_OVER_TEXT">
    <p:spTree>
      <p:nvGrpSpPr>
        <p:cNvPr id="1" name="Shape 487"/>
        <p:cNvGrpSpPr/>
        <p:nvPr/>
      </p:nvGrpSpPr>
      <p:grpSpPr>
        <a:xfrm>
          <a:off x="0" y="0"/>
          <a:ext cx="0" cy="0"/>
          <a:chOff x="0" y="0"/>
          <a:chExt cx="0" cy="0"/>
        </a:xfrm>
      </p:grpSpPr>
      <p:sp>
        <p:nvSpPr>
          <p:cNvPr id="488" name="Google Shape;488;p120"/>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9" name="Google Shape;489;p120"/>
          <p:cNvSpPr txBox="1">
            <a:spLocks noGrp="1"/>
          </p:cNvSpPr>
          <p:nvPr>
            <p:ph type="body" idx="1"/>
          </p:nvPr>
        </p:nvSpPr>
        <p:spPr>
          <a:xfrm>
            <a:off x="950400" y="250200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0" name="Google Shape;490;p120"/>
          <p:cNvSpPr txBox="1">
            <a:spLocks noGrp="1"/>
          </p:cNvSpPr>
          <p:nvPr>
            <p:ph type="body" idx="2"/>
          </p:nvPr>
        </p:nvSpPr>
        <p:spPr>
          <a:xfrm>
            <a:off x="950400" y="5741640"/>
            <a:ext cx="1710864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Title, 4 Content" type="fourObj">
  <p:cSld name="FOUR_OBJECTS">
    <p:spTree>
      <p:nvGrpSpPr>
        <p:cNvPr id="1" name="Shape 491"/>
        <p:cNvGrpSpPr/>
        <p:nvPr/>
      </p:nvGrpSpPr>
      <p:grpSpPr>
        <a:xfrm>
          <a:off x="0" y="0"/>
          <a:ext cx="0" cy="0"/>
          <a:chOff x="0" y="0"/>
          <a:chExt cx="0" cy="0"/>
        </a:xfrm>
      </p:grpSpPr>
      <p:sp>
        <p:nvSpPr>
          <p:cNvPr id="492" name="Google Shape;492;p12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3" name="Google Shape;493;p121"/>
          <p:cNvSpPr txBox="1">
            <a:spLocks noGrp="1"/>
          </p:cNvSpPr>
          <p:nvPr>
            <p:ph type="body" idx="1"/>
          </p:nvPr>
        </p:nvSpPr>
        <p:spPr>
          <a:xfrm>
            <a:off x="95040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4" name="Google Shape;494;p121"/>
          <p:cNvSpPr txBox="1">
            <a:spLocks noGrp="1"/>
          </p:cNvSpPr>
          <p:nvPr>
            <p:ph type="body" idx="2"/>
          </p:nvPr>
        </p:nvSpPr>
        <p:spPr>
          <a:xfrm>
            <a:off x="9717120" y="250200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5" name="Google Shape;495;p121"/>
          <p:cNvSpPr txBox="1">
            <a:spLocks noGrp="1"/>
          </p:cNvSpPr>
          <p:nvPr>
            <p:ph type="body" idx="3"/>
          </p:nvPr>
        </p:nvSpPr>
        <p:spPr>
          <a:xfrm>
            <a:off x="95040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96" name="Google Shape;496;p121"/>
          <p:cNvSpPr txBox="1">
            <a:spLocks noGrp="1"/>
          </p:cNvSpPr>
          <p:nvPr>
            <p:ph type="body" idx="4"/>
          </p:nvPr>
        </p:nvSpPr>
        <p:spPr>
          <a:xfrm>
            <a:off x="9717120" y="5741640"/>
            <a:ext cx="834876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Title, 6 Content">
  <p:cSld name="Title, 6 Content">
    <p:spTree>
      <p:nvGrpSpPr>
        <p:cNvPr id="1" name="Shape 497"/>
        <p:cNvGrpSpPr/>
        <p:nvPr/>
      </p:nvGrpSpPr>
      <p:grpSpPr>
        <a:xfrm>
          <a:off x="0" y="0"/>
          <a:ext cx="0" cy="0"/>
          <a:chOff x="0" y="0"/>
          <a:chExt cx="0" cy="0"/>
        </a:xfrm>
      </p:grpSpPr>
      <p:sp>
        <p:nvSpPr>
          <p:cNvPr id="498" name="Google Shape;498;p122"/>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9" name="Google Shape;499;p122"/>
          <p:cNvSpPr txBox="1">
            <a:spLocks noGrp="1"/>
          </p:cNvSpPr>
          <p:nvPr>
            <p:ph type="body" idx="1"/>
          </p:nvPr>
        </p:nvSpPr>
        <p:spPr>
          <a:xfrm>
            <a:off x="95040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0" name="Google Shape;500;p122"/>
          <p:cNvSpPr txBox="1">
            <a:spLocks noGrp="1"/>
          </p:cNvSpPr>
          <p:nvPr>
            <p:ph type="body" idx="2"/>
          </p:nvPr>
        </p:nvSpPr>
        <p:spPr>
          <a:xfrm>
            <a:off x="673488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1" name="Google Shape;501;p122"/>
          <p:cNvSpPr txBox="1">
            <a:spLocks noGrp="1"/>
          </p:cNvSpPr>
          <p:nvPr>
            <p:ph type="body" idx="3"/>
          </p:nvPr>
        </p:nvSpPr>
        <p:spPr>
          <a:xfrm>
            <a:off x="12519360" y="250200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2" name="Google Shape;502;p122"/>
          <p:cNvSpPr txBox="1">
            <a:spLocks noGrp="1"/>
          </p:cNvSpPr>
          <p:nvPr>
            <p:ph type="body" idx="4"/>
          </p:nvPr>
        </p:nvSpPr>
        <p:spPr>
          <a:xfrm>
            <a:off x="95040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3" name="Google Shape;503;p122"/>
          <p:cNvSpPr txBox="1">
            <a:spLocks noGrp="1"/>
          </p:cNvSpPr>
          <p:nvPr>
            <p:ph type="body" idx="5"/>
          </p:nvPr>
        </p:nvSpPr>
        <p:spPr>
          <a:xfrm>
            <a:off x="673488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504" name="Google Shape;504;p122"/>
          <p:cNvSpPr txBox="1">
            <a:spLocks noGrp="1"/>
          </p:cNvSpPr>
          <p:nvPr>
            <p:ph type="body" idx="6"/>
          </p:nvPr>
        </p:nvSpPr>
        <p:spPr>
          <a:xfrm>
            <a:off x="12519360" y="5741640"/>
            <a:ext cx="5508720" cy="2958120"/>
          </a:xfrm>
          <a:prstGeom prst="rect">
            <a:avLst/>
          </a:prstGeom>
          <a:noFill/>
          <a:ln>
            <a:noFill/>
          </a:ln>
        </p:spPr>
        <p:txBody>
          <a:bodyPr spcFirstLastPara="1" wrap="square" lIns="0" tIns="0" rIns="0" bIns="0" anchor="t" anchorCtr="0">
            <a:norm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image" Target="../media/image1.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 Id="rId14" Type="http://schemas.openxmlformats.org/officeDocument/2006/relationships/image" Target="../media/image1.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4.xml"/><Relationship Id="rId13" Type="http://schemas.openxmlformats.org/officeDocument/2006/relationships/theme" Target="../theme/theme4.xml"/><Relationship Id="rId3" Type="http://schemas.openxmlformats.org/officeDocument/2006/relationships/slideLayout" Target="../slideLayouts/slideLayout39.xml"/><Relationship Id="rId7" Type="http://schemas.openxmlformats.org/officeDocument/2006/relationships/slideLayout" Target="../slideLayouts/slideLayout43.xml"/><Relationship Id="rId12" Type="http://schemas.openxmlformats.org/officeDocument/2006/relationships/slideLayout" Target="../slideLayouts/slideLayout48.xml"/><Relationship Id="rId2" Type="http://schemas.openxmlformats.org/officeDocument/2006/relationships/slideLayout" Target="../slideLayouts/slideLayout38.xml"/><Relationship Id="rId1" Type="http://schemas.openxmlformats.org/officeDocument/2006/relationships/slideLayout" Target="../slideLayouts/slideLayout37.xml"/><Relationship Id="rId6" Type="http://schemas.openxmlformats.org/officeDocument/2006/relationships/slideLayout" Target="../slideLayouts/slideLayout42.xml"/><Relationship Id="rId11" Type="http://schemas.openxmlformats.org/officeDocument/2006/relationships/slideLayout" Target="../slideLayouts/slideLayout47.xml"/><Relationship Id="rId5" Type="http://schemas.openxmlformats.org/officeDocument/2006/relationships/slideLayout" Target="../slideLayouts/slideLayout41.xml"/><Relationship Id="rId10" Type="http://schemas.openxmlformats.org/officeDocument/2006/relationships/slideLayout" Target="../slideLayouts/slideLayout46.xml"/><Relationship Id="rId4" Type="http://schemas.openxmlformats.org/officeDocument/2006/relationships/slideLayout" Target="../slideLayouts/slideLayout40.xml"/><Relationship Id="rId9" Type="http://schemas.openxmlformats.org/officeDocument/2006/relationships/slideLayout" Target="../slideLayouts/slideLayout45.xml"/><Relationship Id="rId14" Type="http://schemas.openxmlformats.org/officeDocument/2006/relationships/image" Target="../media/image1.png"/></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6.xml"/><Relationship Id="rId13" Type="http://schemas.openxmlformats.org/officeDocument/2006/relationships/theme" Target="../theme/theme5.xml"/><Relationship Id="rId3" Type="http://schemas.openxmlformats.org/officeDocument/2006/relationships/slideLayout" Target="../slideLayouts/slideLayout51.xml"/><Relationship Id="rId7" Type="http://schemas.openxmlformats.org/officeDocument/2006/relationships/slideLayout" Target="../slideLayouts/slideLayout55.xml"/><Relationship Id="rId12" Type="http://schemas.openxmlformats.org/officeDocument/2006/relationships/slideLayout" Target="../slideLayouts/slideLayout60.xml"/><Relationship Id="rId2" Type="http://schemas.openxmlformats.org/officeDocument/2006/relationships/slideLayout" Target="../slideLayouts/slideLayout50.xml"/><Relationship Id="rId1" Type="http://schemas.openxmlformats.org/officeDocument/2006/relationships/slideLayout" Target="../slideLayouts/slideLayout49.xml"/><Relationship Id="rId6" Type="http://schemas.openxmlformats.org/officeDocument/2006/relationships/slideLayout" Target="../slideLayouts/slideLayout54.xml"/><Relationship Id="rId11" Type="http://schemas.openxmlformats.org/officeDocument/2006/relationships/slideLayout" Target="../slideLayouts/slideLayout59.xml"/><Relationship Id="rId5" Type="http://schemas.openxmlformats.org/officeDocument/2006/relationships/slideLayout" Target="../slideLayouts/slideLayout53.xml"/><Relationship Id="rId10" Type="http://schemas.openxmlformats.org/officeDocument/2006/relationships/slideLayout" Target="../slideLayouts/slideLayout58.xml"/><Relationship Id="rId4" Type="http://schemas.openxmlformats.org/officeDocument/2006/relationships/slideLayout" Target="../slideLayouts/slideLayout52.xml"/><Relationship Id="rId9" Type="http://schemas.openxmlformats.org/officeDocument/2006/relationships/slideLayout" Target="../slideLayouts/slideLayout57.xml"/><Relationship Id="rId14" Type="http://schemas.openxmlformats.org/officeDocument/2006/relationships/image" Target="../media/image1.png"/></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8.xml"/><Relationship Id="rId13" Type="http://schemas.openxmlformats.org/officeDocument/2006/relationships/theme" Target="../theme/theme6.xml"/><Relationship Id="rId3" Type="http://schemas.openxmlformats.org/officeDocument/2006/relationships/slideLayout" Target="../slideLayouts/slideLayout63.xml"/><Relationship Id="rId7" Type="http://schemas.openxmlformats.org/officeDocument/2006/relationships/slideLayout" Target="../slideLayouts/slideLayout67.xml"/><Relationship Id="rId12" Type="http://schemas.openxmlformats.org/officeDocument/2006/relationships/slideLayout" Target="../slideLayouts/slideLayout72.xml"/><Relationship Id="rId2" Type="http://schemas.openxmlformats.org/officeDocument/2006/relationships/slideLayout" Target="../slideLayouts/slideLayout62.xml"/><Relationship Id="rId1" Type="http://schemas.openxmlformats.org/officeDocument/2006/relationships/slideLayout" Target="../slideLayouts/slideLayout61.xml"/><Relationship Id="rId6" Type="http://schemas.openxmlformats.org/officeDocument/2006/relationships/slideLayout" Target="../slideLayouts/slideLayout66.xml"/><Relationship Id="rId11" Type="http://schemas.openxmlformats.org/officeDocument/2006/relationships/slideLayout" Target="../slideLayouts/slideLayout71.xml"/><Relationship Id="rId5" Type="http://schemas.openxmlformats.org/officeDocument/2006/relationships/slideLayout" Target="../slideLayouts/slideLayout65.xml"/><Relationship Id="rId10" Type="http://schemas.openxmlformats.org/officeDocument/2006/relationships/slideLayout" Target="../slideLayouts/slideLayout70.xml"/><Relationship Id="rId4" Type="http://schemas.openxmlformats.org/officeDocument/2006/relationships/slideLayout" Target="../slideLayouts/slideLayout64.xml"/><Relationship Id="rId9" Type="http://schemas.openxmlformats.org/officeDocument/2006/relationships/slideLayout" Target="../slideLayouts/slideLayout69.xml"/><Relationship Id="rId14" Type="http://schemas.openxmlformats.org/officeDocument/2006/relationships/image" Target="../media/image1.png"/></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80.xml"/><Relationship Id="rId13" Type="http://schemas.openxmlformats.org/officeDocument/2006/relationships/theme" Target="../theme/theme7.xml"/><Relationship Id="rId3" Type="http://schemas.openxmlformats.org/officeDocument/2006/relationships/slideLayout" Target="../slideLayouts/slideLayout75.xml"/><Relationship Id="rId7" Type="http://schemas.openxmlformats.org/officeDocument/2006/relationships/slideLayout" Target="../slideLayouts/slideLayout79.xml"/><Relationship Id="rId12" Type="http://schemas.openxmlformats.org/officeDocument/2006/relationships/slideLayout" Target="../slideLayouts/slideLayout84.xml"/><Relationship Id="rId2" Type="http://schemas.openxmlformats.org/officeDocument/2006/relationships/slideLayout" Target="../slideLayouts/slideLayout74.xml"/><Relationship Id="rId1" Type="http://schemas.openxmlformats.org/officeDocument/2006/relationships/slideLayout" Target="../slideLayouts/slideLayout73.xml"/><Relationship Id="rId6" Type="http://schemas.openxmlformats.org/officeDocument/2006/relationships/slideLayout" Target="../slideLayouts/slideLayout78.xml"/><Relationship Id="rId11" Type="http://schemas.openxmlformats.org/officeDocument/2006/relationships/slideLayout" Target="../slideLayouts/slideLayout83.xml"/><Relationship Id="rId5" Type="http://schemas.openxmlformats.org/officeDocument/2006/relationships/slideLayout" Target="../slideLayouts/slideLayout77.xml"/><Relationship Id="rId10" Type="http://schemas.openxmlformats.org/officeDocument/2006/relationships/slideLayout" Target="../slideLayouts/slideLayout82.xml"/><Relationship Id="rId4" Type="http://schemas.openxmlformats.org/officeDocument/2006/relationships/slideLayout" Target="../slideLayouts/slideLayout76.xml"/><Relationship Id="rId9" Type="http://schemas.openxmlformats.org/officeDocument/2006/relationships/slideLayout" Target="../slideLayouts/slideLayout81.xml"/><Relationship Id="rId14" Type="http://schemas.openxmlformats.org/officeDocument/2006/relationships/image" Target="../media/image1.png"/></Relationships>
</file>

<file path=ppt/slideMasters/_rels/slideMaster8.xml.rels><?xml version="1.0" encoding="UTF-8" standalone="yes"?>
<Relationships xmlns="http://schemas.openxmlformats.org/package/2006/relationships"><Relationship Id="rId8" Type="http://schemas.openxmlformats.org/officeDocument/2006/relationships/slideLayout" Target="../slideLayouts/slideLayout92.xml"/><Relationship Id="rId13" Type="http://schemas.openxmlformats.org/officeDocument/2006/relationships/theme" Target="../theme/theme8.xml"/><Relationship Id="rId3" Type="http://schemas.openxmlformats.org/officeDocument/2006/relationships/slideLayout" Target="../slideLayouts/slideLayout87.xml"/><Relationship Id="rId7" Type="http://schemas.openxmlformats.org/officeDocument/2006/relationships/slideLayout" Target="../slideLayouts/slideLayout91.xml"/><Relationship Id="rId12" Type="http://schemas.openxmlformats.org/officeDocument/2006/relationships/slideLayout" Target="../slideLayouts/slideLayout96.xml"/><Relationship Id="rId2" Type="http://schemas.openxmlformats.org/officeDocument/2006/relationships/slideLayout" Target="../slideLayouts/slideLayout86.xml"/><Relationship Id="rId1" Type="http://schemas.openxmlformats.org/officeDocument/2006/relationships/slideLayout" Target="../slideLayouts/slideLayout85.xml"/><Relationship Id="rId6" Type="http://schemas.openxmlformats.org/officeDocument/2006/relationships/slideLayout" Target="../slideLayouts/slideLayout90.xml"/><Relationship Id="rId11" Type="http://schemas.openxmlformats.org/officeDocument/2006/relationships/slideLayout" Target="../slideLayouts/slideLayout95.xml"/><Relationship Id="rId5" Type="http://schemas.openxmlformats.org/officeDocument/2006/relationships/slideLayout" Target="../slideLayouts/slideLayout89.xml"/><Relationship Id="rId10" Type="http://schemas.openxmlformats.org/officeDocument/2006/relationships/slideLayout" Target="../slideLayouts/slideLayout94.xml"/><Relationship Id="rId4" Type="http://schemas.openxmlformats.org/officeDocument/2006/relationships/slideLayout" Target="../slideLayouts/slideLayout88.xml"/><Relationship Id="rId9" Type="http://schemas.openxmlformats.org/officeDocument/2006/relationships/slideLayout" Target="../slideLayouts/slideLayout93.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
        <p:cNvGrpSpPr/>
        <p:nvPr/>
      </p:nvGrpSpPr>
      <p:grpSpPr>
        <a:xfrm>
          <a:off x="0" y="0"/>
          <a:ext cx="0" cy="0"/>
          <a:chOff x="0" y="0"/>
          <a:chExt cx="0" cy="0"/>
        </a:xfrm>
      </p:grpSpPr>
      <p:pic>
        <p:nvPicPr>
          <p:cNvPr id="10" name="Google Shape;10;p17"/>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11" name="Google Shape;11;p17"/>
          <p:cNvGrpSpPr/>
          <p:nvPr/>
        </p:nvGrpSpPr>
        <p:grpSpPr>
          <a:xfrm>
            <a:off x="0" y="9865080"/>
            <a:ext cx="19009800" cy="809640"/>
            <a:chOff x="0" y="9865080"/>
            <a:chExt cx="19009800" cy="809640"/>
          </a:xfrm>
        </p:grpSpPr>
        <p:grpSp>
          <p:nvGrpSpPr>
            <p:cNvPr id="12" name="Google Shape;12;p17"/>
            <p:cNvGrpSpPr/>
            <p:nvPr/>
          </p:nvGrpSpPr>
          <p:grpSpPr>
            <a:xfrm>
              <a:off x="0" y="9865080"/>
              <a:ext cx="19009800" cy="809640"/>
              <a:chOff x="0" y="9865080"/>
              <a:chExt cx="19009800" cy="809640"/>
            </a:xfrm>
          </p:grpSpPr>
          <p:sp>
            <p:nvSpPr>
              <p:cNvPr id="13" name="Google Shape;13;p17"/>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14" name="Google Shape;14;p17"/>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15" name="Google Shape;15;p17"/>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16" name="Google Shape;16;p17"/>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17" name="Google Shape;17;p17"/>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18" name="Google Shape;18;p17"/>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19" name="Google Shape;19;p17"/>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20" name="Google Shape;20;p17"/>
            <p:cNvSpPr/>
            <p:nvPr/>
          </p:nvSpPr>
          <p:spPr>
            <a:xfrm>
              <a:off x="14227920" y="10028880"/>
              <a:ext cx="4781520" cy="51372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21" name="Google Shape;21;p1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22" name="Google Shape;22;p17"/>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1"/>
        <p:cNvGrpSpPr/>
        <p:nvPr/>
      </p:nvGrpSpPr>
      <p:grpSpPr>
        <a:xfrm>
          <a:off x="0" y="0"/>
          <a:ext cx="0" cy="0"/>
          <a:chOff x="0" y="0"/>
          <a:chExt cx="0" cy="0"/>
        </a:xfrm>
      </p:grpSpPr>
      <p:pic>
        <p:nvPicPr>
          <p:cNvPr id="72" name="Google Shape;72;p19"/>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73" name="Google Shape;73;p19"/>
          <p:cNvGrpSpPr/>
          <p:nvPr/>
        </p:nvGrpSpPr>
        <p:grpSpPr>
          <a:xfrm>
            <a:off x="0" y="9865080"/>
            <a:ext cx="19009800" cy="809640"/>
            <a:chOff x="0" y="9865080"/>
            <a:chExt cx="19009800" cy="809640"/>
          </a:xfrm>
        </p:grpSpPr>
        <p:grpSp>
          <p:nvGrpSpPr>
            <p:cNvPr id="74" name="Google Shape;74;p19"/>
            <p:cNvGrpSpPr/>
            <p:nvPr/>
          </p:nvGrpSpPr>
          <p:grpSpPr>
            <a:xfrm>
              <a:off x="0" y="9865080"/>
              <a:ext cx="19009800" cy="809640"/>
              <a:chOff x="0" y="9865080"/>
              <a:chExt cx="19009800" cy="809640"/>
            </a:xfrm>
          </p:grpSpPr>
          <p:sp>
            <p:nvSpPr>
              <p:cNvPr id="75" name="Google Shape;75;p19"/>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76" name="Google Shape;76;p19"/>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77" name="Google Shape;77;p19"/>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78" name="Google Shape;78;p19"/>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79" name="Google Shape;79;p19"/>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80" name="Google Shape;80;p19"/>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81" name="Google Shape;81;p19"/>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82" name="Google Shape;82;p19"/>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83" name="Google Shape;83;p1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84" name="Google Shape;84;p19"/>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3"/>
        <p:cNvGrpSpPr/>
        <p:nvPr/>
      </p:nvGrpSpPr>
      <p:grpSpPr>
        <a:xfrm>
          <a:off x="0" y="0"/>
          <a:ext cx="0" cy="0"/>
          <a:chOff x="0" y="0"/>
          <a:chExt cx="0" cy="0"/>
        </a:xfrm>
      </p:grpSpPr>
      <p:pic>
        <p:nvPicPr>
          <p:cNvPr id="134" name="Google Shape;134;p21"/>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135" name="Google Shape;135;p21"/>
          <p:cNvGrpSpPr/>
          <p:nvPr/>
        </p:nvGrpSpPr>
        <p:grpSpPr>
          <a:xfrm>
            <a:off x="0" y="9865080"/>
            <a:ext cx="19009800" cy="809640"/>
            <a:chOff x="0" y="9865080"/>
            <a:chExt cx="19009800" cy="809640"/>
          </a:xfrm>
        </p:grpSpPr>
        <p:grpSp>
          <p:nvGrpSpPr>
            <p:cNvPr id="136" name="Google Shape;136;p21"/>
            <p:cNvGrpSpPr/>
            <p:nvPr/>
          </p:nvGrpSpPr>
          <p:grpSpPr>
            <a:xfrm>
              <a:off x="0" y="9865080"/>
              <a:ext cx="19009800" cy="809640"/>
              <a:chOff x="0" y="9865080"/>
              <a:chExt cx="19009800" cy="809640"/>
            </a:xfrm>
          </p:grpSpPr>
          <p:sp>
            <p:nvSpPr>
              <p:cNvPr id="137" name="Google Shape;137;p21"/>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138" name="Google Shape;138;p21"/>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139" name="Google Shape;139;p21"/>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140" name="Google Shape;140;p21"/>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141" name="Google Shape;141;p21"/>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142" name="Google Shape;142;p21"/>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143" name="Google Shape;143;p21"/>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144" name="Google Shape;144;p21"/>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145" name="Google Shape;145;p2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146" name="Google Shape;146;p21"/>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5"/>
        <p:cNvGrpSpPr/>
        <p:nvPr/>
      </p:nvGrpSpPr>
      <p:grpSpPr>
        <a:xfrm>
          <a:off x="0" y="0"/>
          <a:ext cx="0" cy="0"/>
          <a:chOff x="0" y="0"/>
          <a:chExt cx="0" cy="0"/>
        </a:xfrm>
      </p:grpSpPr>
      <p:pic>
        <p:nvPicPr>
          <p:cNvPr id="196" name="Google Shape;196;p23"/>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197" name="Google Shape;197;p23"/>
          <p:cNvGrpSpPr/>
          <p:nvPr/>
        </p:nvGrpSpPr>
        <p:grpSpPr>
          <a:xfrm>
            <a:off x="0" y="9865080"/>
            <a:ext cx="19009800" cy="809640"/>
            <a:chOff x="0" y="9865080"/>
            <a:chExt cx="19009800" cy="809640"/>
          </a:xfrm>
        </p:grpSpPr>
        <p:grpSp>
          <p:nvGrpSpPr>
            <p:cNvPr id="198" name="Google Shape;198;p23"/>
            <p:cNvGrpSpPr/>
            <p:nvPr/>
          </p:nvGrpSpPr>
          <p:grpSpPr>
            <a:xfrm>
              <a:off x="0" y="9865080"/>
              <a:ext cx="19009800" cy="809640"/>
              <a:chOff x="0" y="9865080"/>
              <a:chExt cx="19009800" cy="809640"/>
            </a:xfrm>
          </p:grpSpPr>
          <p:sp>
            <p:nvSpPr>
              <p:cNvPr id="199" name="Google Shape;199;p23"/>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200" name="Google Shape;200;p23"/>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201" name="Google Shape;201;p23"/>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202" name="Google Shape;202;p23"/>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203" name="Google Shape;203;p23"/>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204" name="Google Shape;204;p23"/>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205" name="Google Shape;205;p23"/>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206" name="Google Shape;206;p23"/>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207" name="Google Shape;207;p23"/>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208" name="Google Shape;208;p23"/>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 id="2147483694" r:id="rId7"/>
    <p:sldLayoutId id="2147483695" r:id="rId8"/>
    <p:sldLayoutId id="2147483696" r:id="rId9"/>
    <p:sldLayoutId id="2147483697" r:id="rId10"/>
    <p:sldLayoutId id="2147483698" r:id="rId11"/>
    <p:sldLayoutId id="214748369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7"/>
        <p:cNvGrpSpPr/>
        <p:nvPr/>
      </p:nvGrpSpPr>
      <p:grpSpPr>
        <a:xfrm>
          <a:off x="0" y="0"/>
          <a:ext cx="0" cy="0"/>
          <a:chOff x="0" y="0"/>
          <a:chExt cx="0" cy="0"/>
        </a:xfrm>
      </p:grpSpPr>
      <p:pic>
        <p:nvPicPr>
          <p:cNvPr id="258" name="Google Shape;258;p25"/>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259" name="Google Shape;259;p25"/>
          <p:cNvGrpSpPr/>
          <p:nvPr/>
        </p:nvGrpSpPr>
        <p:grpSpPr>
          <a:xfrm>
            <a:off x="0" y="9865080"/>
            <a:ext cx="19009800" cy="809640"/>
            <a:chOff x="0" y="9865080"/>
            <a:chExt cx="19009800" cy="809640"/>
          </a:xfrm>
        </p:grpSpPr>
        <p:grpSp>
          <p:nvGrpSpPr>
            <p:cNvPr id="260" name="Google Shape;260;p25"/>
            <p:cNvGrpSpPr/>
            <p:nvPr/>
          </p:nvGrpSpPr>
          <p:grpSpPr>
            <a:xfrm>
              <a:off x="0" y="9865080"/>
              <a:ext cx="19009800" cy="809640"/>
              <a:chOff x="0" y="9865080"/>
              <a:chExt cx="19009800" cy="809640"/>
            </a:xfrm>
          </p:grpSpPr>
          <p:sp>
            <p:nvSpPr>
              <p:cNvPr id="261" name="Google Shape;261;p25"/>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262" name="Google Shape;262;p25"/>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263" name="Google Shape;263;p25"/>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264" name="Google Shape;264;p25"/>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265" name="Google Shape;265;p25"/>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266" name="Google Shape;266;p25"/>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267" name="Google Shape;267;p25"/>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268" name="Google Shape;268;p25"/>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269" name="Google Shape;269;p25"/>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270" name="Google Shape;270;p25"/>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9"/>
        <p:cNvGrpSpPr/>
        <p:nvPr/>
      </p:nvGrpSpPr>
      <p:grpSpPr>
        <a:xfrm>
          <a:off x="0" y="0"/>
          <a:ext cx="0" cy="0"/>
          <a:chOff x="0" y="0"/>
          <a:chExt cx="0" cy="0"/>
        </a:xfrm>
      </p:grpSpPr>
      <p:pic>
        <p:nvPicPr>
          <p:cNvPr id="320" name="Google Shape;320;p27"/>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321" name="Google Shape;321;p27"/>
          <p:cNvGrpSpPr/>
          <p:nvPr/>
        </p:nvGrpSpPr>
        <p:grpSpPr>
          <a:xfrm>
            <a:off x="0" y="9865080"/>
            <a:ext cx="19009800" cy="809640"/>
            <a:chOff x="0" y="9865080"/>
            <a:chExt cx="19009800" cy="809640"/>
          </a:xfrm>
        </p:grpSpPr>
        <p:grpSp>
          <p:nvGrpSpPr>
            <p:cNvPr id="322" name="Google Shape;322;p27"/>
            <p:cNvGrpSpPr/>
            <p:nvPr/>
          </p:nvGrpSpPr>
          <p:grpSpPr>
            <a:xfrm>
              <a:off x="0" y="9865080"/>
              <a:ext cx="19009800" cy="809640"/>
              <a:chOff x="0" y="9865080"/>
              <a:chExt cx="19009800" cy="809640"/>
            </a:xfrm>
          </p:grpSpPr>
          <p:sp>
            <p:nvSpPr>
              <p:cNvPr id="323" name="Google Shape;323;p27"/>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324" name="Google Shape;324;p27"/>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325" name="Google Shape;325;p27"/>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326" name="Google Shape;326;p27"/>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327" name="Google Shape;327;p27"/>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328" name="Google Shape;328;p27"/>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329" name="Google Shape;329;p27"/>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330" name="Google Shape;330;p27"/>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331" name="Google Shape;331;p27"/>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332" name="Google Shape;332;p27"/>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1"/>
        <p:cNvGrpSpPr/>
        <p:nvPr/>
      </p:nvGrpSpPr>
      <p:grpSpPr>
        <a:xfrm>
          <a:off x="0" y="0"/>
          <a:ext cx="0" cy="0"/>
          <a:chOff x="0" y="0"/>
          <a:chExt cx="0" cy="0"/>
        </a:xfrm>
      </p:grpSpPr>
      <p:pic>
        <p:nvPicPr>
          <p:cNvPr id="382" name="Google Shape;382;p29"/>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383" name="Google Shape;383;p29"/>
          <p:cNvGrpSpPr/>
          <p:nvPr/>
        </p:nvGrpSpPr>
        <p:grpSpPr>
          <a:xfrm>
            <a:off x="0" y="9865080"/>
            <a:ext cx="19009800" cy="809640"/>
            <a:chOff x="0" y="9865080"/>
            <a:chExt cx="19009800" cy="809640"/>
          </a:xfrm>
        </p:grpSpPr>
        <p:grpSp>
          <p:nvGrpSpPr>
            <p:cNvPr id="384" name="Google Shape;384;p29"/>
            <p:cNvGrpSpPr/>
            <p:nvPr/>
          </p:nvGrpSpPr>
          <p:grpSpPr>
            <a:xfrm>
              <a:off x="0" y="9865080"/>
              <a:ext cx="19009800" cy="809640"/>
              <a:chOff x="0" y="9865080"/>
              <a:chExt cx="19009800" cy="809640"/>
            </a:xfrm>
          </p:grpSpPr>
          <p:sp>
            <p:nvSpPr>
              <p:cNvPr id="385" name="Google Shape;385;p29"/>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386" name="Google Shape;386;p29"/>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387" name="Google Shape;387;p29"/>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388" name="Google Shape;388;p29"/>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389" name="Google Shape;389;p29"/>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390" name="Google Shape;390;p29"/>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391" name="Google Shape;391;p29"/>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392" name="Google Shape;392;p29"/>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393" name="Google Shape;393;p29"/>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394" name="Google Shape;394;p29"/>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 id="2147483738"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3"/>
        <p:cNvGrpSpPr/>
        <p:nvPr/>
      </p:nvGrpSpPr>
      <p:grpSpPr>
        <a:xfrm>
          <a:off x="0" y="0"/>
          <a:ext cx="0" cy="0"/>
          <a:chOff x="0" y="0"/>
          <a:chExt cx="0" cy="0"/>
        </a:xfrm>
      </p:grpSpPr>
      <p:pic>
        <p:nvPicPr>
          <p:cNvPr id="444" name="Google Shape;444;p31"/>
          <p:cNvPicPr preferRelativeResize="0"/>
          <p:nvPr/>
        </p:nvPicPr>
        <p:blipFill rotWithShape="1">
          <a:blip r:embed="rId14">
            <a:alphaModFix/>
          </a:blip>
          <a:srcRect/>
          <a:stretch/>
        </p:blipFill>
        <p:spPr>
          <a:xfrm>
            <a:off x="16922160" y="177480"/>
            <a:ext cx="1816920" cy="2519640"/>
          </a:xfrm>
          <a:prstGeom prst="rect">
            <a:avLst/>
          </a:prstGeom>
          <a:noFill/>
          <a:ln>
            <a:noFill/>
          </a:ln>
        </p:spPr>
      </p:pic>
      <p:grpSp>
        <p:nvGrpSpPr>
          <p:cNvPr id="445" name="Google Shape;445;p31"/>
          <p:cNvGrpSpPr/>
          <p:nvPr/>
        </p:nvGrpSpPr>
        <p:grpSpPr>
          <a:xfrm>
            <a:off x="0" y="9865080"/>
            <a:ext cx="19009800" cy="809640"/>
            <a:chOff x="0" y="9865080"/>
            <a:chExt cx="19009800" cy="809640"/>
          </a:xfrm>
        </p:grpSpPr>
        <p:grpSp>
          <p:nvGrpSpPr>
            <p:cNvPr id="446" name="Google Shape;446;p31"/>
            <p:cNvGrpSpPr/>
            <p:nvPr/>
          </p:nvGrpSpPr>
          <p:grpSpPr>
            <a:xfrm>
              <a:off x="0" y="9865080"/>
              <a:ext cx="19009800" cy="809640"/>
              <a:chOff x="0" y="9865080"/>
              <a:chExt cx="19009800" cy="809640"/>
            </a:xfrm>
          </p:grpSpPr>
          <p:sp>
            <p:nvSpPr>
              <p:cNvPr id="447" name="Google Shape;447;p31"/>
              <p:cNvSpPr/>
              <p:nvPr/>
            </p:nvSpPr>
            <p:spPr>
              <a:xfrm>
                <a:off x="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009EF3"/>
              </a:solidFill>
              <a:ln>
                <a:noFill/>
              </a:ln>
            </p:spPr>
          </p:sp>
          <p:sp>
            <p:nvSpPr>
              <p:cNvPr id="448" name="Google Shape;448;p31"/>
              <p:cNvSpPr/>
              <p:nvPr/>
            </p:nvSpPr>
            <p:spPr>
              <a:xfrm>
                <a:off x="14250600" y="9865080"/>
                <a:ext cx="4759200" cy="809640"/>
              </a:xfrm>
              <a:custGeom>
                <a:avLst/>
                <a:gdLst/>
                <a:ahLst/>
                <a:cxnLst/>
                <a:rect l="l" t="t" r="r" b="b"/>
                <a:pathLst>
                  <a:path w="1883409" h="440055" extrusionOk="0">
                    <a:moveTo>
                      <a:pt x="0" y="0"/>
                    </a:moveTo>
                    <a:lnTo>
                      <a:pt x="0" y="439737"/>
                    </a:lnTo>
                    <a:lnTo>
                      <a:pt x="1883155" y="439737"/>
                    </a:lnTo>
                    <a:lnTo>
                      <a:pt x="1883155" y="0"/>
                    </a:lnTo>
                    <a:lnTo>
                      <a:pt x="0" y="0"/>
                    </a:lnTo>
                    <a:close/>
                  </a:path>
                </a:pathLst>
              </a:custGeom>
              <a:solidFill>
                <a:srgbClr val="FF8200"/>
              </a:solidFill>
              <a:ln>
                <a:noFill/>
              </a:ln>
            </p:spPr>
          </p:sp>
          <p:sp>
            <p:nvSpPr>
              <p:cNvPr id="449" name="Google Shape;449;p31"/>
              <p:cNvSpPr/>
              <p:nvPr/>
            </p:nvSpPr>
            <p:spPr>
              <a:xfrm>
                <a:off x="47502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BF00"/>
              </a:solidFill>
              <a:ln>
                <a:noFill/>
              </a:ln>
            </p:spPr>
          </p:sp>
          <p:sp>
            <p:nvSpPr>
              <p:cNvPr id="450" name="Google Shape;450;p31"/>
              <p:cNvSpPr/>
              <p:nvPr/>
            </p:nvSpPr>
            <p:spPr>
              <a:xfrm>
                <a:off x="9500400" y="9865080"/>
                <a:ext cx="4781520" cy="809640"/>
              </a:xfrm>
              <a:custGeom>
                <a:avLst/>
                <a:gdLst/>
                <a:ahLst/>
                <a:cxnLst/>
                <a:rect l="l" t="t" r="r" b="b"/>
                <a:pathLst>
                  <a:path w="1892300" h="440055" extrusionOk="0">
                    <a:moveTo>
                      <a:pt x="0" y="439737"/>
                    </a:moveTo>
                    <a:lnTo>
                      <a:pt x="1892300" y="439737"/>
                    </a:lnTo>
                    <a:lnTo>
                      <a:pt x="1892300" y="0"/>
                    </a:lnTo>
                    <a:lnTo>
                      <a:pt x="0" y="0"/>
                    </a:lnTo>
                    <a:lnTo>
                      <a:pt x="0" y="439737"/>
                    </a:lnTo>
                    <a:close/>
                  </a:path>
                </a:pathLst>
              </a:custGeom>
              <a:solidFill>
                <a:srgbClr val="FFA100"/>
              </a:solidFill>
              <a:ln>
                <a:noFill/>
              </a:ln>
            </p:spPr>
          </p:sp>
        </p:grpSp>
        <p:sp>
          <p:nvSpPr>
            <p:cNvPr id="451" name="Google Shape;451;p31"/>
            <p:cNvSpPr/>
            <p:nvPr/>
          </p:nvSpPr>
          <p:spPr>
            <a:xfrm>
              <a:off x="0" y="1002060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PES University</a:t>
              </a:r>
              <a:endParaRPr sz="2800" b="0" i="0" u="none" strike="noStrike" cap="none">
                <a:latin typeface="Arial"/>
                <a:ea typeface="Arial"/>
                <a:cs typeface="Arial"/>
                <a:sym typeface="Arial"/>
              </a:endParaRPr>
            </a:p>
          </p:txBody>
        </p:sp>
        <p:sp>
          <p:nvSpPr>
            <p:cNvPr id="452" name="Google Shape;452;p31"/>
            <p:cNvSpPr/>
            <p:nvPr/>
          </p:nvSpPr>
          <p:spPr>
            <a:xfrm>
              <a:off x="4722840" y="100324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Department of MCA</a:t>
              </a:r>
              <a:endParaRPr sz="2800" b="0" i="0" u="none" strike="noStrike" cap="none">
                <a:latin typeface="Arial"/>
                <a:ea typeface="Arial"/>
                <a:cs typeface="Arial"/>
                <a:sym typeface="Arial"/>
              </a:endParaRPr>
            </a:p>
          </p:txBody>
        </p:sp>
        <p:sp>
          <p:nvSpPr>
            <p:cNvPr id="453" name="Google Shape;453;p31"/>
            <p:cNvSpPr/>
            <p:nvPr/>
          </p:nvSpPr>
          <p:spPr>
            <a:xfrm>
              <a:off x="9505080" y="10017360"/>
              <a:ext cx="466560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Semester II</a:t>
              </a:r>
              <a:endParaRPr sz="2800" b="0" i="0" u="none" strike="noStrike" cap="none">
                <a:latin typeface="Arial"/>
                <a:ea typeface="Arial"/>
                <a:cs typeface="Arial"/>
                <a:sym typeface="Arial"/>
              </a:endParaRPr>
            </a:p>
          </p:txBody>
        </p:sp>
        <p:sp>
          <p:nvSpPr>
            <p:cNvPr id="454" name="Google Shape;454;p31"/>
            <p:cNvSpPr/>
            <p:nvPr/>
          </p:nvSpPr>
          <p:spPr>
            <a:xfrm>
              <a:off x="14227920" y="10028880"/>
              <a:ext cx="4781520" cy="514080"/>
            </a:xfrm>
            <a:prstGeom prst="rect">
              <a:avLst/>
            </a:prstGeom>
            <a:noFill/>
            <a:ln>
              <a:noFill/>
            </a:ln>
          </p:spPr>
          <p:txBody>
            <a:bodyPr spcFirstLastPara="1" wrap="square" lIns="0" tIns="87475" rIns="0" bIns="0" anchor="t" anchorCtr="0">
              <a:spAutoFit/>
            </a:bodyPr>
            <a:lstStyle/>
            <a:p>
              <a:pPr marL="495359" marR="0" lvl="0" indent="0" algn="l" rtl="0">
                <a:lnSpc>
                  <a:spcPct val="100000"/>
                </a:lnSpc>
                <a:spcBef>
                  <a:spcPts val="0"/>
                </a:spcBef>
                <a:spcAft>
                  <a:spcPts val="0"/>
                </a:spcAft>
                <a:buClr>
                  <a:srgbClr val="FFFFFF"/>
                </a:buClr>
                <a:buSzPts val="2800"/>
                <a:buFont typeface="Calibri"/>
                <a:buNone/>
              </a:pPr>
              <a:r>
                <a:rPr lang="en-US" sz="2800" b="1" i="0" u="none" strike="noStrike" cap="none">
                  <a:solidFill>
                    <a:srgbClr val="FFFFFF"/>
                  </a:solidFill>
                  <a:latin typeface="Calibri"/>
                  <a:ea typeface="Calibri"/>
                  <a:cs typeface="Calibri"/>
                  <a:sym typeface="Calibri"/>
                </a:rPr>
                <a:t>UQ21CA622B - Project </a:t>
              </a:r>
              <a:endParaRPr sz="2800" b="0" i="0" u="none" strike="noStrike" cap="none">
                <a:latin typeface="Arial"/>
                <a:ea typeface="Arial"/>
                <a:cs typeface="Arial"/>
                <a:sym typeface="Arial"/>
              </a:endParaRPr>
            </a:p>
          </p:txBody>
        </p:sp>
      </p:grpSp>
      <p:sp>
        <p:nvSpPr>
          <p:cNvPr id="455" name="Google Shape;455;p31"/>
          <p:cNvSpPr txBox="1">
            <a:spLocks noGrp="1"/>
          </p:cNvSpPr>
          <p:nvPr>
            <p:ph type="title"/>
          </p:nvPr>
        </p:nvSpPr>
        <p:spPr>
          <a:xfrm>
            <a:off x="950400" y="426600"/>
            <a:ext cx="17108640" cy="1785240"/>
          </a:xfrm>
          <a:prstGeom prst="rect">
            <a:avLst/>
          </a:prstGeom>
          <a:noFill/>
          <a:ln>
            <a:noFill/>
          </a:ln>
        </p:spPr>
        <p:txBody>
          <a:bodyPr spcFirstLastPara="1" wrap="square" lIns="0" tIns="0" rIns="0" bIns="0" anchor="ctr" anchorCtr="0">
            <a:noAutofit/>
          </a:bodyPr>
          <a:lstStyle>
            <a:lvl1pPr marR="0" lvl="0" algn="l" rtl="0">
              <a:spcBef>
                <a:spcPts val="0"/>
              </a:spcBef>
              <a:spcAft>
                <a:spcPts val="0"/>
              </a:spcAft>
              <a:buSzPts val="1400"/>
              <a:buNone/>
              <a:defRPr sz="1800" b="0" i="0" u="none" strike="noStrike" cap="none"/>
            </a:lvl1pPr>
            <a:lvl2pPr marR="0" lvl="1" algn="l" rtl="0">
              <a:spcBef>
                <a:spcPts val="0"/>
              </a:spcBef>
              <a:spcAft>
                <a:spcPts val="0"/>
              </a:spcAft>
              <a:buSzPts val="1400"/>
              <a:buNone/>
              <a:defRPr sz="1800" b="0" i="0" u="none" strike="noStrike" cap="none"/>
            </a:lvl2pPr>
            <a:lvl3pPr marR="0" lvl="2" algn="l" rtl="0">
              <a:spcBef>
                <a:spcPts val="0"/>
              </a:spcBef>
              <a:spcAft>
                <a:spcPts val="0"/>
              </a:spcAft>
              <a:buSzPts val="1400"/>
              <a:buNone/>
              <a:defRPr sz="1800" b="0" i="0" u="none" strike="noStrike" cap="none"/>
            </a:lvl3pPr>
            <a:lvl4pPr marR="0" lvl="3" algn="l" rtl="0">
              <a:spcBef>
                <a:spcPts val="0"/>
              </a:spcBef>
              <a:spcAft>
                <a:spcPts val="0"/>
              </a:spcAft>
              <a:buSzPts val="1400"/>
              <a:buNone/>
              <a:defRPr sz="1800" b="0" i="0" u="none" strike="noStrike" cap="none"/>
            </a:lvl4pPr>
            <a:lvl5pPr marR="0" lvl="4" algn="l" rtl="0">
              <a:spcBef>
                <a:spcPts val="0"/>
              </a:spcBef>
              <a:spcAft>
                <a:spcPts val="0"/>
              </a:spcAft>
              <a:buSzPts val="1400"/>
              <a:buNone/>
              <a:defRPr sz="1800" b="0" i="0" u="none" strike="noStrike" cap="none"/>
            </a:lvl5pPr>
            <a:lvl6pPr marR="0" lvl="5" algn="l" rtl="0">
              <a:spcBef>
                <a:spcPts val="0"/>
              </a:spcBef>
              <a:spcAft>
                <a:spcPts val="0"/>
              </a:spcAft>
              <a:buSzPts val="1400"/>
              <a:buNone/>
              <a:defRPr sz="1800" b="0" i="0" u="none" strike="noStrike" cap="none"/>
            </a:lvl6pPr>
            <a:lvl7pPr marR="0" lvl="6" algn="l" rtl="0">
              <a:spcBef>
                <a:spcPts val="0"/>
              </a:spcBef>
              <a:spcAft>
                <a:spcPts val="0"/>
              </a:spcAft>
              <a:buSzPts val="1400"/>
              <a:buNone/>
              <a:defRPr sz="1800" b="0" i="0" u="none" strike="noStrike" cap="none"/>
            </a:lvl7pPr>
            <a:lvl8pPr marR="0" lvl="7" algn="l" rtl="0">
              <a:spcBef>
                <a:spcPts val="0"/>
              </a:spcBef>
              <a:spcAft>
                <a:spcPts val="0"/>
              </a:spcAft>
              <a:buSzPts val="1400"/>
              <a:buNone/>
              <a:defRPr sz="1800" b="0" i="0" u="none" strike="noStrike" cap="none"/>
            </a:lvl8pPr>
            <a:lvl9pPr marR="0" lvl="8" algn="l" rtl="0">
              <a:spcBef>
                <a:spcPts val="0"/>
              </a:spcBef>
              <a:spcAft>
                <a:spcPts val="0"/>
              </a:spcAft>
              <a:buSzPts val="1400"/>
              <a:buNone/>
              <a:defRPr sz="1800" b="0" i="0" u="none" strike="noStrike" cap="none"/>
            </a:lvl9pPr>
          </a:lstStyle>
          <a:p>
            <a:endParaRPr/>
          </a:p>
        </p:txBody>
      </p:sp>
      <p:sp>
        <p:nvSpPr>
          <p:cNvPr id="456" name="Google Shape;456;p31"/>
          <p:cNvSpPr txBox="1">
            <a:spLocks noGrp="1"/>
          </p:cNvSpPr>
          <p:nvPr>
            <p:ph type="body" idx="1"/>
          </p:nvPr>
        </p:nvSpPr>
        <p:spPr>
          <a:xfrm>
            <a:off x="950400" y="2502000"/>
            <a:ext cx="17108640" cy="6201720"/>
          </a:xfrm>
          <a:prstGeom prst="rect">
            <a:avLst/>
          </a:prstGeom>
          <a:noFill/>
          <a:ln>
            <a:noFill/>
          </a:ln>
        </p:spPr>
        <p:txBody>
          <a:bodyPr spcFirstLastPara="1" wrap="square" lIns="0" tIns="0" rIns="0" bIns="0" anchor="t" anchorCtr="0">
            <a:normAutofit/>
          </a:bodyPr>
          <a:lstStyle>
            <a:lvl1pPr marL="457200" marR="0" lvl="0" indent="-228600" algn="l" rtl="0">
              <a:spcBef>
                <a:spcPts val="0"/>
              </a:spcBef>
              <a:spcAft>
                <a:spcPts val="0"/>
              </a:spcAft>
              <a:buSzPts val="1400"/>
              <a:buNone/>
              <a:defRPr sz="1800" b="0" i="0" u="none" strike="noStrike" cap="none"/>
            </a:lvl1pPr>
            <a:lvl2pPr marL="914400" marR="0" lvl="1" indent="-228600" algn="l" rtl="0">
              <a:spcBef>
                <a:spcPts val="0"/>
              </a:spcBef>
              <a:spcAft>
                <a:spcPts val="0"/>
              </a:spcAft>
              <a:buSzPts val="1400"/>
              <a:buNone/>
              <a:defRPr sz="1800" b="0" i="0" u="none" strike="noStrike" cap="none"/>
            </a:lvl2pPr>
            <a:lvl3pPr marL="1371600" marR="0" lvl="2" indent="-228600" algn="l" rtl="0">
              <a:spcBef>
                <a:spcPts val="0"/>
              </a:spcBef>
              <a:spcAft>
                <a:spcPts val="0"/>
              </a:spcAft>
              <a:buSzPts val="1400"/>
              <a:buNone/>
              <a:defRPr sz="1800" b="0" i="0" u="none" strike="noStrike" cap="none"/>
            </a:lvl3pPr>
            <a:lvl4pPr marL="1828800" marR="0" lvl="3" indent="-228600" algn="l" rtl="0">
              <a:spcBef>
                <a:spcPts val="0"/>
              </a:spcBef>
              <a:spcAft>
                <a:spcPts val="0"/>
              </a:spcAft>
              <a:buSzPts val="1400"/>
              <a:buNone/>
              <a:defRPr sz="1800" b="0" i="0" u="none" strike="noStrike" cap="none"/>
            </a:lvl4pPr>
            <a:lvl5pPr marL="2286000" marR="0" lvl="4" indent="-228600" algn="l" rtl="0">
              <a:spcBef>
                <a:spcPts val="0"/>
              </a:spcBef>
              <a:spcAft>
                <a:spcPts val="0"/>
              </a:spcAft>
              <a:buSzPts val="1400"/>
              <a:buNone/>
              <a:defRPr sz="1800" b="0" i="0" u="none" strike="noStrike" cap="none"/>
            </a:lvl5pPr>
            <a:lvl6pPr marL="2743200" marR="0" lvl="5" indent="-228600" algn="l" rtl="0">
              <a:spcBef>
                <a:spcPts val="0"/>
              </a:spcBef>
              <a:spcAft>
                <a:spcPts val="0"/>
              </a:spcAft>
              <a:buSzPts val="1400"/>
              <a:buNone/>
              <a:defRPr sz="1800" b="0" i="0" u="none" strike="noStrike" cap="none"/>
            </a:lvl6pPr>
            <a:lvl7pPr marL="3200400" marR="0" lvl="6" indent="-228600" algn="l" rtl="0">
              <a:spcBef>
                <a:spcPts val="0"/>
              </a:spcBef>
              <a:spcAft>
                <a:spcPts val="0"/>
              </a:spcAft>
              <a:buSzPts val="1400"/>
              <a:buNone/>
              <a:defRPr sz="1800" b="0" i="0" u="none" strike="noStrike" cap="none"/>
            </a:lvl7pPr>
            <a:lvl8pPr marL="3657600" marR="0" lvl="7" indent="-228600" algn="l" rtl="0">
              <a:spcBef>
                <a:spcPts val="0"/>
              </a:spcBef>
              <a:spcAft>
                <a:spcPts val="0"/>
              </a:spcAft>
              <a:buSzPts val="1400"/>
              <a:buNone/>
              <a:defRPr sz="1800" b="0" i="0" u="none" strike="noStrike" cap="none"/>
            </a:lvl8pPr>
            <a:lvl9pPr marL="4114800" marR="0" lvl="8" indent="-228600" algn="l" rtl="0">
              <a:spcBef>
                <a:spcPts val="0"/>
              </a:spcBef>
              <a:spcAft>
                <a:spcPts val="0"/>
              </a:spcAft>
              <a:buSzPts val="1400"/>
              <a:buNone/>
              <a:defRPr sz="1800" b="0" i="0" u="none" strike="noStrike" cap="none"/>
            </a:lvl9pPr>
          </a:lstStyle>
          <a:p>
            <a:endParaRPr/>
          </a:p>
        </p:txBody>
      </p:sp>
    </p:spTree>
  </p:cSld>
  <p:clrMap bg1="lt1" tx1="dk1" bg2="dk2" tx2="lt2" accent1="accent1" accent2="accent2" accent3="accent3" accent4="accent4" accent5="accent5" accent6="accent6" hlink="hlink" folHlink="folHlink"/>
  <p:sldLayoutIdLst>
    <p:sldLayoutId id="2147483740" r:id="rId1"/>
    <p:sldLayoutId id="2147483741" r:id="rId2"/>
    <p:sldLayoutId id="2147483742" r:id="rId3"/>
    <p:sldLayoutId id="2147483743" r:id="rId4"/>
    <p:sldLayoutId id="2147483744" r:id="rId5"/>
    <p:sldLayoutId id="2147483745" r:id="rId6"/>
    <p:sldLayoutId id="2147483746" r:id="rId7"/>
    <p:sldLayoutId id="2147483747" r:id="rId8"/>
    <p:sldLayoutId id="2147483748" r:id="rId9"/>
    <p:sldLayoutId id="2147483749" r:id="rId10"/>
    <p:sldLayoutId id="2147483750" r:id="rId11"/>
    <p:sldLayoutId id="2147483751"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9.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5.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85.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85.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85.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85.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85.xml"/></Relationships>
</file>

<file path=ppt/slides/_rels/slide2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85.xml"/></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5.xml"/><Relationship Id="rId1" Type="http://schemas.openxmlformats.org/officeDocument/2006/relationships/slideLayout" Target="../slideLayouts/slideLayout85.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8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8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71"/>
        <p:cNvGrpSpPr/>
        <p:nvPr/>
      </p:nvGrpSpPr>
      <p:grpSpPr>
        <a:xfrm>
          <a:off x="0" y="0"/>
          <a:ext cx="0" cy="0"/>
          <a:chOff x="0" y="0"/>
          <a:chExt cx="0" cy="0"/>
        </a:xfrm>
      </p:grpSpPr>
      <p:sp>
        <p:nvSpPr>
          <p:cNvPr id="573" name="Google Shape;573;p1"/>
          <p:cNvSpPr/>
          <p:nvPr/>
        </p:nvSpPr>
        <p:spPr>
          <a:xfrm>
            <a:off x="1775640" y="4199226"/>
            <a:ext cx="14812920" cy="1133543"/>
          </a:xfrm>
          <a:prstGeom prst="rect">
            <a:avLst/>
          </a:prstGeom>
          <a:noFill/>
          <a:ln>
            <a:noFill/>
          </a:ln>
        </p:spPr>
        <p:txBody>
          <a:bodyPr spcFirstLastPara="1" wrap="square" lIns="0" tIns="12600" rIns="0" bIns="0" anchor="t" anchorCtr="0">
            <a:spAutoFit/>
          </a:bodyPr>
          <a:lstStyle/>
          <a:p>
            <a:pPr marL="1222920" indent="-1211040" algn="ctr">
              <a:lnSpc>
                <a:spcPct val="100000"/>
              </a:lnSpc>
              <a:spcBef>
                <a:spcPts val="99"/>
              </a:spcBef>
              <a:buNone/>
              <a:tabLst>
                <a:tab pos="0" algn="l"/>
              </a:tabLst>
            </a:pPr>
            <a:r>
              <a:rPr lang="en-US" sz="7200" b="1" spc="-7" dirty="0">
                <a:solidFill>
                  <a:srgbClr val="00318B"/>
                </a:solidFill>
                <a:latin typeface="Calibri"/>
              </a:rPr>
              <a:t>Taste of Home</a:t>
            </a:r>
            <a:endParaRPr lang="en-US" sz="7200" b="1" strike="noStrike" spc="-1" dirty="0">
              <a:latin typeface="Arial"/>
            </a:endParaRPr>
          </a:p>
        </p:txBody>
      </p:sp>
      <p:sp>
        <p:nvSpPr>
          <p:cNvPr id="574" name="Google Shape;574;p1"/>
          <p:cNvSpPr/>
          <p:nvPr/>
        </p:nvSpPr>
        <p:spPr>
          <a:xfrm rot="10800000" flipH="1">
            <a:off x="2600810" y="4982061"/>
            <a:ext cx="13807080" cy="273600"/>
          </a:xfrm>
          <a:custGeom>
            <a:avLst/>
            <a:gdLst/>
            <a:ahLst/>
            <a:cxnLst/>
            <a:rect l="l" t="t" r="r" b="b"/>
            <a:pathLst>
              <a:path w="4686300" h="120000" extrusionOk="0">
                <a:moveTo>
                  <a:pt x="0" y="0"/>
                </a:moveTo>
                <a:lnTo>
                  <a:pt x="4686300" y="0"/>
                </a:lnTo>
              </a:path>
            </a:pathLst>
          </a:custGeom>
          <a:noFill/>
          <a:ln w="9525" cap="flat" cmpd="sng">
            <a:solidFill>
              <a:srgbClr val="002E8E"/>
            </a:solidFill>
            <a:prstDash val="solid"/>
            <a:round/>
            <a:headEnd type="none" w="sm" len="sm"/>
            <a:tailEnd type="none" w="sm" len="sm"/>
          </a:ln>
        </p:spPr>
      </p:sp>
      <p:sp>
        <p:nvSpPr>
          <p:cNvPr id="575" name="Google Shape;575;p1"/>
          <p:cNvSpPr/>
          <p:nvPr/>
        </p:nvSpPr>
        <p:spPr>
          <a:xfrm>
            <a:off x="183960" y="7299360"/>
            <a:ext cx="7496640" cy="1323384"/>
          </a:xfrm>
          <a:prstGeom prst="rect">
            <a:avLst/>
          </a:prstGeom>
          <a:noFill/>
          <a:ln>
            <a:noFill/>
          </a:ln>
        </p:spPr>
        <p:txBody>
          <a:bodyPr spcFirstLastPara="1" wrap="square" lIns="0" tIns="5025" rIns="0" bIns="0" anchor="t" anchorCtr="0">
            <a:spAutoFit/>
          </a:bodyPr>
          <a:lstStyle/>
          <a:p>
            <a:pPr>
              <a:lnSpc>
                <a:spcPct val="150000"/>
              </a:lnSpc>
              <a:spcBef>
                <a:spcPts val="99"/>
              </a:spcBef>
              <a:buNone/>
              <a:tabLst>
                <a:tab pos="128160" algn="l"/>
              </a:tabLst>
            </a:pPr>
            <a:r>
              <a:rPr lang="en-US" sz="2800" b="1" strike="noStrike" spc="-1" dirty="0">
                <a:solidFill>
                  <a:srgbClr val="231F20"/>
                </a:solidFill>
                <a:latin typeface="Calibri"/>
                <a:ea typeface="DejaVu Sans"/>
              </a:rPr>
              <a:t>Name	</a:t>
            </a:r>
            <a:r>
              <a:rPr lang="en-US" sz="2800" b="1" spc="-1" dirty="0">
                <a:solidFill>
                  <a:srgbClr val="231F20"/>
                </a:solidFill>
                <a:latin typeface="Calibri"/>
                <a:ea typeface="DejaVu Sans"/>
              </a:rPr>
              <a:t> </a:t>
            </a:r>
            <a:r>
              <a:rPr lang="en-US" sz="2800" b="1" strike="noStrike" spc="-1" dirty="0">
                <a:solidFill>
                  <a:srgbClr val="231F20"/>
                </a:solidFill>
                <a:latin typeface="Calibri"/>
                <a:ea typeface="DejaVu Sans"/>
              </a:rPr>
              <a:t>: Gandhi Nisarg Ketan</a:t>
            </a:r>
            <a:endParaRPr lang="en-US" sz="2800" b="0" strike="noStrike" spc="-1" dirty="0">
              <a:latin typeface="Arial"/>
            </a:endParaRPr>
          </a:p>
          <a:p>
            <a:pPr>
              <a:lnSpc>
                <a:spcPct val="150000"/>
              </a:lnSpc>
              <a:spcBef>
                <a:spcPts val="99"/>
              </a:spcBef>
              <a:buNone/>
              <a:tabLst>
                <a:tab pos="128160" algn="l"/>
              </a:tabLst>
            </a:pPr>
            <a:r>
              <a:rPr lang="en-US" sz="2800" b="1" strike="noStrike" spc="-1" dirty="0">
                <a:solidFill>
                  <a:srgbClr val="231F20"/>
                </a:solidFill>
                <a:latin typeface="Calibri"/>
                <a:ea typeface="DejaVu Sans"/>
              </a:rPr>
              <a:t>SRN</a:t>
            </a:r>
            <a:r>
              <a:rPr lang="en-US" sz="2800" b="1" spc="-1" dirty="0">
                <a:solidFill>
                  <a:srgbClr val="231F20"/>
                </a:solidFill>
                <a:latin typeface="Calibri"/>
                <a:ea typeface="DejaVu Sans"/>
              </a:rPr>
              <a:t> </a:t>
            </a:r>
            <a:r>
              <a:rPr lang="en-US" sz="2800" b="1" strike="noStrike" spc="-1" dirty="0">
                <a:solidFill>
                  <a:srgbClr val="231F20"/>
                </a:solidFill>
                <a:latin typeface="Calibri"/>
                <a:ea typeface="DejaVu Sans"/>
              </a:rPr>
              <a:t>:</a:t>
            </a:r>
            <a:r>
              <a:rPr lang="en-US" sz="2800" b="1" spc="-1" dirty="0">
                <a:solidFill>
                  <a:srgbClr val="231F20"/>
                </a:solidFill>
                <a:latin typeface="Calibri"/>
                <a:ea typeface="DejaVu Sans"/>
              </a:rPr>
              <a:t> </a:t>
            </a:r>
            <a:r>
              <a:rPr lang="en-US" sz="2800" b="1" strike="noStrike" spc="-1" dirty="0">
                <a:solidFill>
                  <a:srgbClr val="231F20"/>
                </a:solidFill>
                <a:latin typeface="Calibri"/>
                <a:ea typeface="DejaVu Sans"/>
              </a:rPr>
              <a:t>PES1PG22CA070</a:t>
            </a:r>
            <a:endParaRPr lang="en-US" sz="2800" b="0" strike="noStrike" spc="-1" dirty="0">
              <a:latin typeface="Arial"/>
            </a:endParaRPr>
          </a:p>
        </p:txBody>
      </p:sp>
      <p:sp>
        <p:nvSpPr>
          <p:cNvPr id="576" name="Google Shape;576;p1"/>
          <p:cNvSpPr/>
          <p:nvPr/>
        </p:nvSpPr>
        <p:spPr>
          <a:xfrm>
            <a:off x="0" y="6257880"/>
            <a:ext cx="4780080" cy="82728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577" name="Google Shape;577;p1"/>
          <p:cNvSpPr/>
          <p:nvPr/>
        </p:nvSpPr>
        <p:spPr>
          <a:xfrm>
            <a:off x="0" y="6368040"/>
            <a:ext cx="4780080" cy="560880"/>
          </a:xfrm>
          <a:prstGeom prst="rect">
            <a:avLst/>
          </a:prstGeom>
          <a:noFill/>
          <a:ln>
            <a:noFill/>
          </a:ln>
        </p:spPr>
        <p:txBody>
          <a:bodyPr spcFirstLastPara="1" wrap="square" lIns="0" tIns="12600" rIns="0" bIns="0" anchor="t" anchorCtr="0">
            <a:spAutoFit/>
          </a:bodyPr>
          <a:lstStyle/>
          <a:p>
            <a:pPr marL="12600" marR="0" lvl="0" indent="0" algn="ctr"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Student Details</a:t>
            </a:r>
            <a:endParaRPr sz="3600" b="0" i="0" u="none" strike="noStrike" cap="none">
              <a:latin typeface="Arial"/>
              <a:ea typeface="Arial"/>
              <a:cs typeface="Arial"/>
              <a:sym typeface="Arial"/>
            </a:endParaRPr>
          </a:p>
        </p:txBody>
      </p:sp>
      <p:grpSp>
        <p:nvGrpSpPr>
          <p:cNvPr id="578" name="Google Shape;578;p1"/>
          <p:cNvGrpSpPr/>
          <p:nvPr/>
        </p:nvGrpSpPr>
        <p:grpSpPr>
          <a:xfrm>
            <a:off x="14249160" y="6249240"/>
            <a:ext cx="4780440" cy="827280"/>
            <a:chOff x="14249160" y="6249240"/>
            <a:chExt cx="4780440" cy="827280"/>
          </a:xfrm>
        </p:grpSpPr>
        <p:sp>
          <p:nvSpPr>
            <p:cNvPr id="579" name="Google Shape;579;p1"/>
            <p:cNvSpPr/>
            <p:nvPr/>
          </p:nvSpPr>
          <p:spPr>
            <a:xfrm flipH="1">
              <a:off x="14704560" y="6249240"/>
              <a:ext cx="4325040" cy="8272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580" name="Google Shape;580;p1"/>
            <p:cNvSpPr/>
            <p:nvPr/>
          </p:nvSpPr>
          <p:spPr>
            <a:xfrm flipH="1">
              <a:off x="14249160" y="6249240"/>
              <a:ext cx="787320" cy="8272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581" name="Google Shape;581;p1"/>
          <p:cNvSpPr/>
          <p:nvPr/>
        </p:nvSpPr>
        <p:spPr>
          <a:xfrm flipH="1">
            <a:off x="14249520" y="6369480"/>
            <a:ext cx="4744800" cy="560880"/>
          </a:xfrm>
          <a:prstGeom prst="rect">
            <a:avLst/>
          </a:prstGeom>
          <a:noFill/>
          <a:ln>
            <a:noFill/>
          </a:ln>
        </p:spPr>
        <p:txBody>
          <a:bodyPr spcFirstLastPara="1" wrap="square" lIns="0" tIns="12600" rIns="0" bIns="0" anchor="t" anchorCtr="0">
            <a:spAutoFit/>
          </a:bodyPr>
          <a:lstStyle/>
          <a:p>
            <a:pPr marL="12600" marR="0" lvl="0" indent="0" algn="ctr"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Guide Details</a:t>
            </a:r>
            <a:endParaRPr sz="3600" b="0" i="0" u="none" strike="noStrike" cap="none">
              <a:latin typeface="Arial"/>
              <a:ea typeface="Arial"/>
              <a:cs typeface="Arial"/>
              <a:sym typeface="Arial"/>
            </a:endParaRPr>
          </a:p>
        </p:txBody>
      </p:sp>
      <p:sp>
        <p:nvSpPr>
          <p:cNvPr id="582" name="Google Shape;582;p1"/>
          <p:cNvSpPr/>
          <p:nvPr/>
        </p:nvSpPr>
        <p:spPr>
          <a:xfrm>
            <a:off x="14621553" y="7032384"/>
            <a:ext cx="4388760" cy="2628869"/>
          </a:xfrm>
          <a:prstGeom prst="rect">
            <a:avLst/>
          </a:prstGeom>
          <a:noFill/>
          <a:ln>
            <a:noFill/>
          </a:ln>
        </p:spPr>
        <p:txBody>
          <a:bodyPr spcFirstLastPara="1" wrap="square" lIns="0" tIns="5025" rIns="0" bIns="0" anchor="t" anchorCtr="0">
            <a:spAutoFit/>
          </a:bodyPr>
          <a:lstStyle/>
          <a:p>
            <a:pPr algn="ctr">
              <a:lnSpc>
                <a:spcPct val="150000"/>
              </a:lnSpc>
              <a:spcBef>
                <a:spcPts val="99"/>
              </a:spcBef>
              <a:buNone/>
              <a:tabLst>
                <a:tab pos="128160" algn="l"/>
              </a:tabLst>
            </a:pPr>
            <a:r>
              <a:rPr lang="en-US" sz="2800" b="1" spc="-1" dirty="0">
                <a:solidFill>
                  <a:srgbClr val="231F20"/>
                </a:solidFill>
                <a:latin typeface="Calibri"/>
              </a:rPr>
              <a:t>Ms. Ganga </a:t>
            </a:r>
            <a:r>
              <a:rPr lang="en-US" sz="2800" b="1" spc="-1" dirty="0" err="1">
                <a:solidFill>
                  <a:srgbClr val="231F20"/>
                </a:solidFill>
                <a:latin typeface="Calibri"/>
              </a:rPr>
              <a:t>Gudi</a:t>
            </a:r>
            <a:r>
              <a:rPr lang="en-US" sz="2800" b="1" spc="-1" dirty="0">
                <a:solidFill>
                  <a:srgbClr val="231F20"/>
                </a:solidFill>
                <a:latin typeface="Calibri"/>
              </a:rPr>
              <a:t>,</a:t>
            </a:r>
          </a:p>
          <a:p>
            <a:pPr algn="ctr">
              <a:lnSpc>
                <a:spcPct val="150000"/>
              </a:lnSpc>
              <a:spcBef>
                <a:spcPts val="99"/>
              </a:spcBef>
              <a:buNone/>
              <a:tabLst>
                <a:tab pos="128160" algn="l"/>
              </a:tabLst>
            </a:pPr>
            <a:r>
              <a:rPr lang="en-US" sz="2800" b="1" strike="noStrike" spc="-1" dirty="0">
                <a:solidFill>
                  <a:srgbClr val="231F20"/>
                </a:solidFill>
                <a:latin typeface="Calibri"/>
              </a:rPr>
              <a:t>Assistant Professor</a:t>
            </a:r>
          </a:p>
          <a:p>
            <a:pPr algn="ctr">
              <a:lnSpc>
                <a:spcPct val="150000"/>
              </a:lnSpc>
              <a:spcBef>
                <a:spcPts val="99"/>
              </a:spcBef>
              <a:buNone/>
              <a:tabLst>
                <a:tab pos="128160" algn="l"/>
              </a:tabLst>
            </a:pPr>
            <a:r>
              <a:rPr lang="en-US" sz="2800" b="1" spc="-1" dirty="0">
                <a:solidFill>
                  <a:srgbClr val="231F20"/>
                </a:solidFill>
                <a:latin typeface="Calibri"/>
              </a:rPr>
              <a:t>Department of Computer Applications</a:t>
            </a:r>
            <a:endParaRPr lang="en-US" sz="2800" b="0" strike="noStrike" spc="-1" dirty="0">
              <a:latin typeface="Arial"/>
            </a:endParaRPr>
          </a:p>
        </p:txBody>
      </p:sp>
      <p:sp>
        <p:nvSpPr>
          <p:cNvPr id="2" name="Rectangle 1">
            <a:extLst>
              <a:ext uri="{FF2B5EF4-FFF2-40B4-BE49-F238E27FC236}">
                <a16:creationId xmlns:a16="http://schemas.microsoft.com/office/drawing/2014/main" id="{A8ED01FF-FDC2-EC52-E8E5-F469F03691AA}"/>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grpSp>
        <p:nvGrpSpPr>
          <p:cNvPr id="590" name="Google Shape;590;p2"/>
          <p:cNvGrpSpPr/>
          <p:nvPr/>
        </p:nvGrpSpPr>
        <p:grpSpPr>
          <a:xfrm>
            <a:off x="0" y="839520"/>
            <a:ext cx="5120280" cy="1037880"/>
            <a:chOff x="0" y="839520"/>
            <a:chExt cx="5120280" cy="1037880"/>
          </a:xfrm>
        </p:grpSpPr>
        <p:sp>
          <p:nvSpPr>
            <p:cNvPr id="591" name="Google Shape;591;p2"/>
            <p:cNvSpPr/>
            <p:nvPr/>
          </p:nvSpPr>
          <p:spPr>
            <a:xfrm>
              <a:off x="0" y="839520"/>
              <a:ext cx="46839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592" name="Google Shape;592;p2"/>
            <p:cNvSpPr/>
            <p:nvPr/>
          </p:nvSpPr>
          <p:spPr>
            <a:xfrm>
              <a:off x="4234320" y="839520"/>
              <a:ext cx="88596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593" name="Google Shape;593;p2"/>
          <p:cNvSpPr/>
          <p:nvPr/>
        </p:nvSpPr>
        <p:spPr>
          <a:xfrm>
            <a:off x="114120" y="957600"/>
            <a:ext cx="48027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Abstract</a:t>
            </a:r>
            <a:endParaRPr sz="4400" b="0" i="0" u="none" strike="noStrike" cap="none">
              <a:latin typeface="Arial"/>
              <a:ea typeface="Arial"/>
              <a:cs typeface="Arial"/>
              <a:sym typeface="Arial"/>
            </a:endParaRPr>
          </a:p>
        </p:txBody>
      </p:sp>
      <p:sp>
        <p:nvSpPr>
          <p:cNvPr id="595" name="Google Shape;595;p2"/>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2"/>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2"/>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solidFill>
                  <a:schemeClr val="lt1"/>
                </a:solidFill>
                <a:latin typeface="Calibri"/>
                <a:ea typeface="Calibri"/>
                <a:cs typeface="Calibri"/>
                <a:sym typeface="Calibri"/>
              </a:rPr>
              <a:t>    Semester III</a:t>
            </a:r>
            <a:endParaRPr sz="3000" b="1" dirty="0">
              <a:solidFill>
                <a:schemeClr val="lt1"/>
              </a:solidFill>
              <a:latin typeface="Calibri"/>
              <a:ea typeface="Calibri"/>
              <a:cs typeface="Calibri"/>
              <a:sym typeface="Calibri"/>
            </a:endParaRPr>
          </a:p>
        </p:txBody>
      </p:sp>
      <p:sp>
        <p:nvSpPr>
          <p:cNvPr id="598" name="Google Shape;598;p2"/>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dirty="0">
                <a:solidFill>
                  <a:schemeClr val="lt1"/>
                </a:solidFill>
                <a:latin typeface="Calibri"/>
                <a:ea typeface="Calibri"/>
                <a:cs typeface="Calibri"/>
                <a:sym typeface="Calibri"/>
              </a:rPr>
              <a:t>   UQ21CA761B Project Work Phase II</a:t>
            </a:r>
            <a:endParaRPr sz="2300" b="1" dirty="0">
              <a:solidFill>
                <a:schemeClr val="lt1"/>
              </a:solidFill>
              <a:latin typeface="Calibri"/>
              <a:ea typeface="Calibri"/>
              <a:cs typeface="Calibri"/>
              <a:sym typeface="Calibri"/>
            </a:endParaRPr>
          </a:p>
        </p:txBody>
      </p:sp>
      <p:sp>
        <p:nvSpPr>
          <p:cNvPr id="12" name="object 10">
            <a:extLst>
              <a:ext uri="{FF2B5EF4-FFF2-40B4-BE49-F238E27FC236}">
                <a16:creationId xmlns:a16="http://schemas.microsoft.com/office/drawing/2014/main" id="{5AF57AC2-A81E-152A-D935-F224C041D213}"/>
              </a:ext>
            </a:extLst>
          </p:cNvPr>
          <p:cNvSpPr/>
          <p:nvPr/>
        </p:nvSpPr>
        <p:spPr>
          <a:xfrm>
            <a:off x="114120" y="2575560"/>
            <a:ext cx="16604160" cy="7083950"/>
          </a:xfrm>
          <a:prstGeom prst="rect">
            <a:avLst/>
          </a:prstGeom>
          <a:noFill/>
          <a:ln w="0">
            <a:noFill/>
          </a:ln>
        </p:spPr>
        <p:style>
          <a:lnRef idx="0">
            <a:scrgbClr r="0" g="0" b="0"/>
          </a:lnRef>
          <a:fillRef idx="0">
            <a:scrgbClr r="0" g="0" b="0"/>
          </a:fillRef>
          <a:effectRef idx="0">
            <a:scrgbClr r="0" g="0" b="0"/>
          </a:effectRef>
          <a:fontRef idx="minor"/>
        </p:style>
        <p:txBody>
          <a:bodyPr wrap="square" lIns="0" tIns="5040" rIns="0" bIns="0" anchor="t">
            <a:spAutoFit/>
          </a:bodyPr>
          <a:lstStyle/>
          <a:p>
            <a:pPr marL="457200" indent="-457200" algn="just">
              <a:buFont typeface="Arial" panose="020B0604020202020204" pitchFamily="34" charset="0"/>
              <a:buChar char="•"/>
            </a:pPr>
            <a:r>
              <a:rPr lang="en-IN" sz="46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Taste of Home</a:t>
            </a:r>
            <a:r>
              <a:rPr lang="en-IN" sz="4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is a MERN Stack Web platform connecting local food producers with consumers, empowering home cooks to offer their specialties. </a:t>
            </a:r>
          </a:p>
          <a:p>
            <a:pPr marL="457200" indent="-457200" algn="just">
              <a:buFont typeface="Arial" panose="020B0604020202020204" pitchFamily="34" charset="0"/>
              <a:buChar char="•"/>
            </a:pPr>
            <a:endParaRPr lang="en-IN" sz="4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457200" indent="-457200" algn="just">
              <a:buFont typeface="Arial" panose="020B0604020202020204" pitchFamily="34" charset="0"/>
              <a:buChar char="•"/>
            </a:pPr>
            <a:r>
              <a:rPr lang="en-IN" sz="4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Key features include user profiles, detailed listings of items, messaging, rating system and secure payment system.</a:t>
            </a:r>
          </a:p>
          <a:p>
            <a:pPr marL="457200" indent="-457200" algn="just">
              <a:buFont typeface="Arial" panose="020B0604020202020204" pitchFamily="34" charset="0"/>
              <a:buChar char="•"/>
            </a:pPr>
            <a:endParaRPr lang="en-IN" sz="4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457200" indent="-457200" algn="just">
              <a:buFont typeface="Arial" panose="020B0604020202020204" pitchFamily="34" charset="0"/>
              <a:buChar char="•"/>
            </a:pPr>
            <a:r>
              <a:rPr lang="en-IN" sz="4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platform aims to reduce food waste and contribute to local economies, redefining the digital experience of sharing homemade delights.</a:t>
            </a:r>
            <a:endParaRPr lang="en-IN" sz="4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2" name="Rectangle 1">
            <a:extLst>
              <a:ext uri="{FF2B5EF4-FFF2-40B4-BE49-F238E27FC236}">
                <a16:creationId xmlns:a16="http://schemas.microsoft.com/office/drawing/2014/main" id="{424E0050-3136-C91B-4FAE-0F3C8E81833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02"/>
        <p:cNvGrpSpPr/>
        <p:nvPr/>
      </p:nvGrpSpPr>
      <p:grpSpPr>
        <a:xfrm>
          <a:off x="0" y="0"/>
          <a:ext cx="0" cy="0"/>
          <a:chOff x="0" y="0"/>
          <a:chExt cx="0" cy="0"/>
        </a:xfrm>
      </p:grpSpPr>
      <p:sp>
        <p:nvSpPr>
          <p:cNvPr id="606" name="Google Shape;606;p3"/>
          <p:cNvSpPr/>
          <p:nvPr/>
        </p:nvSpPr>
        <p:spPr>
          <a:xfrm>
            <a:off x="114120" y="957600"/>
            <a:ext cx="48027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Problem Definition</a:t>
            </a:r>
            <a:endParaRPr sz="4400" b="0" i="0" u="none" strike="noStrike" cap="none">
              <a:latin typeface="Arial"/>
              <a:ea typeface="Arial"/>
              <a:cs typeface="Arial"/>
              <a:sym typeface="Arial"/>
            </a:endParaRPr>
          </a:p>
        </p:txBody>
      </p:sp>
      <p:sp>
        <p:nvSpPr>
          <p:cNvPr id="608" name="Google Shape;608;p3"/>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3"/>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0" name="Google Shape;610;p3"/>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solidFill>
                  <a:schemeClr val="lt1"/>
                </a:solidFill>
                <a:latin typeface="Calibri"/>
                <a:ea typeface="Calibri"/>
                <a:cs typeface="Calibri"/>
                <a:sym typeface="Calibri"/>
              </a:rPr>
              <a:t>    Semester III</a:t>
            </a:r>
            <a:endParaRPr sz="3000" b="1" dirty="0">
              <a:solidFill>
                <a:schemeClr val="lt1"/>
              </a:solidFill>
              <a:latin typeface="Calibri"/>
              <a:ea typeface="Calibri"/>
              <a:cs typeface="Calibri"/>
              <a:sym typeface="Calibri"/>
            </a:endParaRPr>
          </a:p>
        </p:txBody>
      </p:sp>
      <p:sp>
        <p:nvSpPr>
          <p:cNvPr id="611" name="Google Shape;611;p3"/>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grpSp>
        <p:nvGrpSpPr>
          <p:cNvPr id="2" name="Group 15">
            <a:extLst>
              <a:ext uri="{FF2B5EF4-FFF2-40B4-BE49-F238E27FC236}">
                <a16:creationId xmlns:a16="http://schemas.microsoft.com/office/drawing/2014/main" id="{79D94332-19E0-A430-E5BE-5479E8B3FE5B}"/>
              </a:ext>
            </a:extLst>
          </p:cNvPr>
          <p:cNvGrpSpPr/>
          <p:nvPr/>
        </p:nvGrpSpPr>
        <p:grpSpPr>
          <a:xfrm>
            <a:off x="0" y="839520"/>
            <a:ext cx="5120280" cy="1037880"/>
            <a:chOff x="0" y="839520"/>
            <a:chExt cx="5120280" cy="1037880"/>
          </a:xfrm>
        </p:grpSpPr>
        <p:sp>
          <p:nvSpPr>
            <p:cNvPr id="3" name="object 82">
              <a:extLst>
                <a:ext uri="{FF2B5EF4-FFF2-40B4-BE49-F238E27FC236}">
                  <a16:creationId xmlns:a16="http://schemas.microsoft.com/office/drawing/2014/main" id="{CBC3D5D5-44AE-5BDE-3994-70B8546263E5}"/>
                </a:ext>
              </a:extLst>
            </p:cNvPr>
            <p:cNvSpPr/>
            <p:nvPr/>
          </p:nvSpPr>
          <p:spPr>
            <a:xfrm>
              <a:off x="0" y="839520"/>
              <a:ext cx="4683960" cy="1037880"/>
            </a:xfrm>
            <a:custGeom>
              <a:avLst/>
              <a:gdLst/>
              <a:ahLst/>
              <a:cxnLst/>
              <a:rect l="l" t="t" r="r" b="b"/>
              <a:pathLst>
                <a:path w="3844925" h="439420">
                  <a:moveTo>
                    <a:pt x="0" y="439204"/>
                  </a:moveTo>
                  <a:lnTo>
                    <a:pt x="3844798" y="439204"/>
                  </a:lnTo>
                  <a:lnTo>
                    <a:pt x="3844798" y="0"/>
                  </a:lnTo>
                  <a:lnTo>
                    <a:pt x="0" y="0"/>
                  </a:lnTo>
                  <a:lnTo>
                    <a:pt x="0" y="439204"/>
                  </a:lnTo>
                  <a:close/>
                </a:path>
              </a:pathLst>
            </a:custGeom>
            <a:solidFill>
              <a:srgbClr val="00A0EF"/>
            </a:solidFill>
            <a:ln w="0">
              <a:noFill/>
            </a:ln>
          </p:spPr>
          <p:style>
            <a:lnRef idx="0">
              <a:scrgbClr r="0" g="0" b="0"/>
            </a:lnRef>
            <a:fillRef idx="0">
              <a:scrgbClr r="0" g="0" b="0"/>
            </a:fillRef>
            <a:effectRef idx="0">
              <a:scrgbClr r="0" g="0" b="0"/>
            </a:effectRef>
            <a:fontRef idx="minor"/>
          </p:style>
        </p:sp>
        <p:sp>
          <p:nvSpPr>
            <p:cNvPr id="4" name="object 83">
              <a:extLst>
                <a:ext uri="{FF2B5EF4-FFF2-40B4-BE49-F238E27FC236}">
                  <a16:creationId xmlns:a16="http://schemas.microsoft.com/office/drawing/2014/main" id="{B16D8426-6B17-A5CF-D5EB-EA279D7E4B87}"/>
                </a:ext>
              </a:extLst>
            </p:cNvPr>
            <p:cNvSpPr/>
            <p:nvPr/>
          </p:nvSpPr>
          <p:spPr>
            <a:xfrm>
              <a:off x="4234320" y="839520"/>
              <a:ext cx="885960" cy="1037880"/>
            </a:xfrm>
            <a:custGeom>
              <a:avLst/>
              <a:gdLst/>
              <a:ahLst/>
              <a:cxnLst/>
              <a:rect l="l" t="t" r="r" b="b"/>
              <a:pathLst>
                <a:path w="439420" h="43942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w="0">
              <a:noFill/>
            </a:ln>
          </p:spPr>
          <p:style>
            <a:lnRef idx="0">
              <a:scrgbClr r="0" g="0" b="0"/>
            </a:lnRef>
            <a:fillRef idx="0">
              <a:scrgbClr r="0" g="0" b="0"/>
            </a:fillRef>
            <a:effectRef idx="0">
              <a:scrgbClr r="0" g="0" b="0"/>
            </a:effectRef>
            <a:fontRef idx="minor"/>
          </p:style>
        </p:sp>
      </p:grpSp>
      <p:sp>
        <p:nvSpPr>
          <p:cNvPr id="5" name="object 84">
            <a:extLst>
              <a:ext uri="{FF2B5EF4-FFF2-40B4-BE49-F238E27FC236}">
                <a16:creationId xmlns:a16="http://schemas.microsoft.com/office/drawing/2014/main" id="{78BF39B6-1936-4315-00CB-77382BB98601}"/>
              </a:ext>
            </a:extLst>
          </p:cNvPr>
          <p:cNvSpPr/>
          <p:nvPr/>
        </p:nvSpPr>
        <p:spPr>
          <a:xfrm>
            <a:off x="114120" y="957600"/>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Problem Scenario</a:t>
            </a:r>
            <a:endParaRPr lang="en-US" sz="4400" b="0" strike="noStrike" spc="-1" dirty="0">
              <a:latin typeface="Arial"/>
            </a:endParaRPr>
          </a:p>
        </p:txBody>
      </p:sp>
      <p:sp>
        <p:nvSpPr>
          <p:cNvPr id="6" name="object 85">
            <a:extLst>
              <a:ext uri="{FF2B5EF4-FFF2-40B4-BE49-F238E27FC236}">
                <a16:creationId xmlns:a16="http://schemas.microsoft.com/office/drawing/2014/main" id="{D8290CE5-D559-B9C4-DA66-49431013596B}"/>
              </a:ext>
            </a:extLst>
          </p:cNvPr>
          <p:cNvSpPr/>
          <p:nvPr/>
        </p:nvSpPr>
        <p:spPr>
          <a:xfrm>
            <a:off x="451970" y="2890647"/>
            <a:ext cx="18104760" cy="7706878"/>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15000"/>
              </a:lnSpc>
              <a:spcBef>
                <a:spcPts val="850"/>
              </a:spcBef>
              <a:spcAft>
                <a:spcPts val="850"/>
              </a:spcAft>
              <a:buClr>
                <a:srgbClr val="000000"/>
              </a:buClr>
              <a:buFont typeface="Symbol"/>
              <a:buChar char=""/>
            </a:pPr>
            <a:r>
              <a:rPr lang="en-US" sz="36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1"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Limited Connectivity</a:t>
            </a:r>
            <a:r>
              <a:rPr lang="en-IN" sz="36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Challenge in efficiently connecting local food producers with potential consumers.</a:t>
            </a:r>
          </a:p>
          <a:p>
            <a:pPr algn="just">
              <a:lnSpc>
                <a:spcPct val="115000"/>
              </a:lnSpc>
              <a:spcBef>
                <a:spcPts val="850"/>
              </a:spcBef>
              <a:spcAft>
                <a:spcPts val="850"/>
              </a:spcAft>
              <a:buClr>
                <a:srgbClr val="000000"/>
              </a:buClr>
            </a:pPr>
            <a:endParaRPr lang="en-US" sz="36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US" sz="3600" b="1" dirty="0">
                <a:solidFill>
                  <a:srgbClr val="2D2D2D"/>
                </a:solidFill>
                <a:latin typeface="Microsoft Sans Serif" panose="020B0604020202020204" pitchFamily="34" charset="0"/>
                <a:ea typeface="Microsoft Sans Serif" panose="020B0604020202020204" pitchFamily="34" charset="0"/>
                <a:cs typeface="Microsoft Sans Serif" panose="020B0604020202020204" pitchFamily="34" charset="0"/>
              </a:rPr>
              <a:t> Underutilized Culinary Talents</a:t>
            </a:r>
            <a:r>
              <a:rPr lang="en-US" sz="3600" dirty="0">
                <a:solidFill>
                  <a:srgbClr val="2D2D2D"/>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dirty="0">
                <a:solidFill>
                  <a:srgbClr val="2D2D2D"/>
                </a:solidFill>
                <a:latin typeface="Microsoft Sans Serif" panose="020B0604020202020204" pitchFamily="34" charset="0"/>
                <a:ea typeface="Microsoft Sans Serif" panose="020B0604020202020204" pitchFamily="34" charset="0"/>
                <a:cs typeface="Microsoft Sans Serif" panose="020B0604020202020204" pitchFamily="34" charset="0"/>
              </a:rPr>
              <a:t>Local producers face difficulties in showcasing and promoting their unique specialties.</a:t>
            </a:r>
          </a:p>
          <a:p>
            <a:pPr algn="just">
              <a:lnSpc>
                <a:spcPct val="115000"/>
              </a:lnSpc>
              <a:spcBef>
                <a:spcPts val="850"/>
              </a:spcBef>
              <a:spcAft>
                <a:spcPts val="850"/>
              </a:spcAft>
              <a:buClr>
                <a:srgbClr val="000000"/>
              </a:buClr>
            </a:pPr>
            <a:endParaRPr lang="en-US" sz="36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US" sz="36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1"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Food Waste in Traditional Supply Chains: </a:t>
            </a:r>
            <a:r>
              <a:rPr lang="en-IN" sz="36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Existing food supply chains contribute to food waste, lacking a streamlined approach for demand and supply matching.</a:t>
            </a:r>
            <a:endParaRPr lang="en-US" sz="3600" b="0" i="0" dirty="0">
              <a:solidFill>
                <a:srgbClr val="2D2D2D"/>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endParaRPr lang="en-US" sz="36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just">
              <a:lnSpc>
                <a:spcPct val="115000"/>
              </a:lnSpc>
              <a:spcBef>
                <a:spcPts val="850"/>
              </a:spcBef>
              <a:spcAft>
                <a:spcPts val="850"/>
              </a:spcAft>
              <a:buClr>
                <a:srgbClr val="000000"/>
              </a:buClr>
            </a:pPr>
            <a:endParaRPr lang="en-US" sz="3600" b="0" strike="noStrike" spc="-1"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12" name="Rectangle 11">
            <a:extLst>
              <a:ext uri="{FF2B5EF4-FFF2-40B4-BE49-F238E27FC236}">
                <a16:creationId xmlns:a16="http://schemas.microsoft.com/office/drawing/2014/main" id="{0607086C-199B-3BF4-3EEA-20C4DCAC4D7D}"/>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81565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467E8ED-49DC-471C-F6A1-613A8798502E}"/>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object 84">
            <a:extLst>
              <a:ext uri="{FF2B5EF4-FFF2-40B4-BE49-F238E27FC236}">
                <a16:creationId xmlns:a16="http://schemas.microsoft.com/office/drawing/2014/main" id="{E80B4F80-4D40-96DA-9281-37895BB372C4}"/>
              </a:ext>
            </a:extLst>
          </p:cNvPr>
          <p:cNvSpPr/>
          <p:nvPr/>
        </p:nvSpPr>
        <p:spPr>
          <a:xfrm>
            <a:off x="135030" y="5798003"/>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Proposed Solution</a:t>
            </a:r>
            <a:endParaRPr lang="en-US" sz="4400" b="0" strike="noStrike" spc="-1" dirty="0">
              <a:latin typeface="Arial"/>
            </a:endParaRPr>
          </a:p>
        </p:txBody>
      </p:sp>
      <p:sp>
        <p:nvSpPr>
          <p:cNvPr id="14" name="object 84">
            <a:extLst>
              <a:ext uri="{FF2B5EF4-FFF2-40B4-BE49-F238E27FC236}">
                <a16:creationId xmlns:a16="http://schemas.microsoft.com/office/drawing/2014/main" id="{6CB2781D-61A9-E8DD-AAFB-B3501353D95C}"/>
              </a:ext>
            </a:extLst>
          </p:cNvPr>
          <p:cNvSpPr/>
          <p:nvPr/>
        </p:nvSpPr>
        <p:spPr>
          <a:xfrm>
            <a:off x="287430" y="5950403"/>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Proposed Solution</a:t>
            </a:r>
            <a:endParaRPr lang="en-US" sz="4400" b="0" strike="noStrike" spc="-1" dirty="0">
              <a:latin typeface="Arial"/>
            </a:endParaRPr>
          </a:p>
        </p:txBody>
      </p:sp>
      <p:grpSp>
        <p:nvGrpSpPr>
          <p:cNvPr id="15" name="Group 15">
            <a:extLst>
              <a:ext uri="{FF2B5EF4-FFF2-40B4-BE49-F238E27FC236}">
                <a16:creationId xmlns:a16="http://schemas.microsoft.com/office/drawing/2014/main" id="{D958360A-76D8-30A7-725C-EAE53777FB97}"/>
              </a:ext>
            </a:extLst>
          </p:cNvPr>
          <p:cNvGrpSpPr/>
          <p:nvPr/>
        </p:nvGrpSpPr>
        <p:grpSpPr>
          <a:xfrm>
            <a:off x="0" y="839520"/>
            <a:ext cx="5120280" cy="1037880"/>
            <a:chOff x="0" y="839520"/>
            <a:chExt cx="5120280" cy="1037880"/>
          </a:xfrm>
        </p:grpSpPr>
        <p:sp>
          <p:nvSpPr>
            <p:cNvPr id="16" name="object 82">
              <a:extLst>
                <a:ext uri="{FF2B5EF4-FFF2-40B4-BE49-F238E27FC236}">
                  <a16:creationId xmlns:a16="http://schemas.microsoft.com/office/drawing/2014/main" id="{7DBAEDA6-8842-405B-D63D-7603A3AAF0CB}"/>
                </a:ext>
              </a:extLst>
            </p:cNvPr>
            <p:cNvSpPr/>
            <p:nvPr/>
          </p:nvSpPr>
          <p:spPr>
            <a:xfrm>
              <a:off x="0" y="839520"/>
              <a:ext cx="4683960" cy="1037880"/>
            </a:xfrm>
            <a:custGeom>
              <a:avLst/>
              <a:gdLst/>
              <a:ahLst/>
              <a:cxnLst/>
              <a:rect l="l" t="t" r="r" b="b"/>
              <a:pathLst>
                <a:path w="3844925" h="439420">
                  <a:moveTo>
                    <a:pt x="0" y="439204"/>
                  </a:moveTo>
                  <a:lnTo>
                    <a:pt x="3844798" y="439204"/>
                  </a:lnTo>
                  <a:lnTo>
                    <a:pt x="3844798" y="0"/>
                  </a:lnTo>
                  <a:lnTo>
                    <a:pt x="0" y="0"/>
                  </a:lnTo>
                  <a:lnTo>
                    <a:pt x="0" y="439204"/>
                  </a:lnTo>
                  <a:close/>
                </a:path>
              </a:pathLst>
            </a:custGeom>
            <a:solidFill>
              <a:srgbClr val="00A0EF"/>
            </a:solidFill>
            <a:ln w="0">
              <a:noFill/>
            </a:ln>
          </p:spPr>
          <p:style>
            <a:lnRef idx="0">
              <a:scrgbClr r="0" g="0" b="0"/>
            </a:lnRef>
            <a:fillRef idx="0">
              <a:scrgbClr r="0" g="0" b="0"/>
            </a:fillRef>
            <a:effectRef idx="0">
              <a:scrgbClr r="0" g="0" b="0"/>
            </a:effectRef>
            <a:fontRef idx="minor"/>
          </p:style>
        </p:sp>
        <p:sp>
          <p:nvSpPr>
            <p:cNvPr id="17" name="object 83">
              <a:extLst>
                <a:ext uri="{FF2B5EF4-FFF2-40B4-BE49-F238E27FC236}">
                  <a16:creationId xmlns:a16="http://schemas.microsoft.com/office/drawing/2014/main" id="{1BFBFDF3-D257-7403-3A95-7F6DDD88A586}"/>
                </a:ext>
              </a:extLst>
            </p:cNvPr>
            <p:cNvSpPr/>
            <p:nvPr/>
          </p:nvSpPr>
          <p:spPr>
            <a:xfrm>
              <a:off x="4234320" y="839520"/>
              <a:ext cx="885960" cy="1037880"/>
            </a:xfrm>
            <a:custGeom>
              <a:avLst/>
              <a:gdLst/>
              <a:ahLst/>
              <a:cxnLst/>
              <a:rect l="l" t="t" r="r" b="b"/>
              <a:pathLst>
                <a:path w="439420" h="43942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w="0">
              <a:noFill/>
            </a:ln>
          </p:spPr>
          <p:style>
            <a:lnRef idx="0">
              <a:scrgbClr r="0" g="0" b="0"/>
            </a:lnRef>
            <a:fillRef idx="0">
              <a:scrgbClr r="0" g="0" b="0"/>
            </a:fillRef>
            <a:effectRef idx="0">
              <a:scrgbClr r="0" g="0" b="0"/>
            </a:effectRef>
            <a:fontRef idx="minor"/>
          </p:style>
        </p:sp>
      </p:grpSp>
      <p:sp>
        <p:nvSpPr>
          <p:cNvPr id="18" name="object 84">
            <a:extLst>
              <a:ext uri="{FF2B5EF4-FFF2-40B4-BE49-F238E27FC236}">
                <a16:creationId xmlns:a16="http://schemas.microsoft.com/office/drawing/2014/main" id="{21154814-A3CC-C793-C64F-4B97A41C6F55}"/>
              </a:ext>
            </a:extLst>
          </p:cNvPr>
          <p:cNvSpPr/>
          <p:nvPr/>
        </p:nvSpPr>
        <p:spPr>
          <a:xfrm>
            <a:off x="114120" y="957600"/>
            <a:ext cx="4802760" cy="689831"/>
          </a:xfrm>
          <a:prstGeom prst="rect">
            <a:avLst/>
          </a:prstGeom>
          <a:noFill/>
          <a:ln w="0">
            <a:noFill/>
          </a:ln>
        </p:spPr>
        <p:style>
          <a:lnRef idx="0">
            <a:scrgbClr r="0" g="0" b="0"/>
          </a:lnRef>
          <a:fillRef idx="0">
            <a:scrgbClr r="0" g="0" b="0"/>
          </a:fillRef>
          <a:effectRef idx="0">
            <a:scrgbClr r="0" g="0" b="0"/>
          </a:effectRef>
          <a:fontRef idx="minor"/>
        </p:style>
        <p:txBody>
          <a:bodyPr lIns="0" tIns="12600" rIns="0" bIns="0" anchor="t">
            <a:spAutoFit/>
          </a:bodyPr>
          <a:lstStyle/>
          <a:p>
            <a:pPr marL="12600">
              <a:lnSpc>
                <a:spcPct val="100000"/>
              </a:lnSpc>
              <a:spcBef>
                <a:spcPts val="99"/>
              </a:spcBef>
              <a:buNone/>
            </a:pPr>
            <a:r>
              <a:rPr lang="en-US" sz="4400" b="1" strike="noStrike" spc="-1" dirty="0">
                <a:solidFill>
                  <a:srgbClr val="FFFFFF"/>
                </a:solidFill>
                <a:latin typeface="Calibri"/>
                <a:ea typeface="DejaVu Sans"/>
              </a:rPr>
              <a:t>Proposed Solution</a:t>
            </a:r>
            <a:endParaRPr lang="en-US" sz="4400" b="0" strike="noStrike" spc="-1" dirty="0">
              <a:latin typeface="Arial"/>
            </a:endParaRPr>
          </a:p>
        </p:txBody>
      </p:sp>
      <p:sp>
        <p:nvSpPr>
          <p:cNvPr id="19" name="object 85">
            <a:extLst>
              <a:ext uri="{FF2B5EF4-FFF2-40B4-BE49-F238E27FC236}">
                <a16:creationId xmlns:a16="http://schemas.microsoft.com/office/drawing/2014/main" id="{F9428100-A42D-AB35-A706-CEE70A5D7A57}"/>
              </a:ext>
            </a:extLst>
          </p:cNvPr>
          <p:cNvSpPr/>
          <p:nvPr/>
        </p:nvSpPr>
        <p:spPr>
          <a:xfrm>
            <a:off x="451970" y="2890647"/>
            <a:ext cx="18104760" cy="446368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15000"/>
              </a:lnSpc>
              <a:spcBef>
                <a:spcPts val="850"/>
              </a:spcBef>
              <a:spcAft>
                <a:spcPts val="850"/>
              </a:spcAft>
              <a:buClr>
                <a:srgbClr val="000000"/>
              </a:buClr>
              <a:buFont typeface="Symbol"/>
              <a:buChar char=""/>
            </a:pPr>
            <a:r>
              <a:rPr lang="en-IN" sz="3600" b="1"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Digital Bridge: </a:t>
            </a:r>
            <a:r>
              <a:rPr lang="en-IN" sz="36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Taste of Home acts as a comprehensive digital platform bridging the gap between local food producers and consumers.</a:t>
            </a:r>
          </a:p>
          <a:p>
            <a:pPr marL="12600" indent="-216000" algn="just">
              <a:lnSpc>
                <a:spcPct val="115000"/>
              </a:lnSpc>
              <a:spcBef>
                <a:spcPts val="850"/>
              </a:spcBef>
              <a:spcAft>
                <a:spcPts val="850"/>
              </a:spcAft>
              <a:buClr>
                <a:srgbClr val="000000"/>
              </a:buClr>
              <a:buFont typeface="Symbol"/>
              <a:buChar char=""/>
            </a:pPr>
            <a:endParaRPr lang="en-IN" sz="36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IN" sz="3600" b="1"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Supply-on-Demand Model: </a:t>
            </a:r>
            <a:r>
              <a:rPr lang="en-IN" sz="36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Introduces a supply-on-demand model, allowing producers to meet consumer demand more efficiently.</a:t>
            </a:r>
          </a:p>
          <a:p>
            <a:pPr algn="just">
              <a:lnSpc>
                <a:spcPct val="115000"/>
              </a:lnSpc>
              <a:spcBef>
                <a:spcPts val="850"/>
              </a:spcBef>
              <a:spcAft>
                <a:spcPts val="850"/>
              </a:spcAft>
              <a:buClr>
                <a:srgbClr val="000000"/>
              </a:buClr>
            </a:pPr>
            <a:endParaRPr lang="en-IN" sz="36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955069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15"/>
        <p:cNvGrpSpPr/>
        <p:nvPr/>
      </p:nvGrpSpPr>
      <p:grpSpPr>
        <a:xfrm>
          <a:off x="0" y="0"/>
          <a:ext cx="0" cy="0"/>
          <a:chOff x="0" y="0"/>
          <a:chExt cx="0" cy="0"/>
        </a:xfrm>
      </p:grpSpPr>
      <p:grpSp>
        <p:nvGrpSpPr>
          <p:cNvPr id="616" name="Google Shape;616;p4"/>
          <p:cNvGrpSpPr/>
          <p:nvPr/>
        </p:nvGrpSpPr>
        <p:grpSpPr>
          <a:xfrm>
            <a:off x="0" y="839520"/>
            <a:ext cx="5120280" cy="1037880"/>
            <a:chOff x="0" y="839520"/>
            <a:chExt cx="5120280" cy="1037880"/>
          </a:xfrm>
        </p:grpSpPr>
        <p:sp>
          <p:nvSpPr>
            <p:cNvPr id="617" name="Google Shape;617;p4"/>
            <p:cNvSpPr/>
            <p:nvPr/>
          </p:nvSpPr>
          <p:spPr>
            <a:xfrm>
              <a:off x="0" y="839520"/>
              <a:ext cx="46839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18" name="Google Shape;618;p4"/>
            <p:cNvSpPr/>
            <p:nvPr/>
          </p:nvSpPr>
          <p:spPr>
            <a:xfrm>
              <a:off x="4234320" y="839520"/>
              <a:ext cx="88596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19" name="Google Shape;619;p4"/>
          <p:cNvSpPr/>
          <p:nvPr/>
        </p:nvSpPr>
        <p:spPr>
          <a:xfrm>
            <a:off x="114120" y="957600"/>
            <a:ext cx="48027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Project Purpose</a:t>
            </a:r>
            <a:endParaRPr sz="4400" b="0" i="0" u="none" strike="noStrike" cap="none" dirty="0">
              <a:latin typeface="Arial"/>
              <a:ea typeface="Arial"/>
              <a:cs typeface="Arial"/>
              <a:sym typeface="Arial"/>
            </a:endParaRPr>
          </a:p>
        </p:txBody>
      </p:sp>
      <p:sp>
        <p:nvSpPr>
          <p:cNvPr id="621" name="Google Shape;621;p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2" name="Google Shape;622;p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3" name="Google Shape;623;p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24" name="Google Shape;624;p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15">
            <a:extLst>
              <a:ext uri="{FF2B5EF4-FFF2-40B4-BE49-F238E27FC236}">
                <a16:creationId xmlns:a16="http://schemas.microsoft.com/office/drawing/2014/main" id="{DA910D43-7A14-93FA-D2CD-72A88958DC05}"/>
              </a:ext>
            </a:extLst>
          </p:cNvPr>
          <p:cNvSpPr/>
          <p:nvPr/>
        </p:nvSpPr>
        <p:spPr>
          <a:xfrm>
            <a:off x="558420" y="2593514"/>
            <a:ext cx="18104760" cy="5331612"/>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algn="just">
              <a:lnSpc>
                <a:spcPct val="115000"/>
              </a:lnSpc>
              <a:spcBef>
                <a:spcPts val="850"/>
              </a:spcBef>
              <a:spcAft>
                <a:spcPts val="850"/>
              </a:spcAft>
              <a:buClr>
                <a:srgbClr val="000000"/>
              </a:buClr>
            </a:pPr>
            <a:endParaRPr lang="en-US" sz="3600" b="0" strike="noStrike"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US" sz="3600" b="0" strike="noStrike"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Promotion of Culinary Talents: </a:t>
            </a:r>
            <a:r>
              <a:rPr lang="en-IN" sz="3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Provide a platform for local culinary talents to showcase their specialties, celebrating the diversity and authenticity of homemade food.</a:t>
            </a:r>
          </a:p>
          <a:p>
            <a:pPr marL="12600" indent="-216000" algn="just">
              <a:lnSpc>
                <a:spcPct val="115000"/>
              </a:lnSpc>
              <a:spcBef>
                <a:spcPts val="850"/>
              </a:spcBef>
              <a:spcAft>
                <a:spcPts val="850"/>
              </a:spcAft>
              <a:buClr>
                <a:srgbClr val="000000"/>
              </a:buClr>
              <a:buFont typeface="Symbol"/>
              <a:buChar char=""/>
            </a:pPr>
            <a:endParaRPr lang="en-IN" sz="3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US" sz="3600" b="0" strike="noStrike"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Address Critical </a:t>
            </a:r>
            <a:r>
              <a:rPr lang="en-IN" sz="36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Issues</a:t>
            </a:r>
            <a:r>
              <a:rPr lang="en-IN" sz="36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Contribute to reducing food waste and improving food security by encouraging a sustainable and localized food supply chain.</a:t>
            </a:r>
          </a:p>
          <a:p>
            <a:pPr marL="12600" indent="-216000" algn="just">
              <a:lnSpc>
                <a:spcPct val="115000"/>
              </a:lnSpc>
              <a:spcBef>
                <a:spcPts val="850"/>
              </a:spcBef>
              <a:spcAft>
                <a:spcPts val="850"/>
              </a:spcAft>
              <a:buClr>
                <a:srgbClr val="000000"/>
              </a:buClr>
              <a:buFont typeface="Symbol"/>
              <a:buChar char=""/>
            </a:pPr>
            <a:endParaRPr lang="en-IN" sz="3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4" name="Rectangle 3">
            <a:extLst>
              <a:ext uri="{FF2B5EF4-FFF2-40B4-BE49-F238E27FC236}">
                <a16:creationId xmlns:a16="http://schemas.microsoft.com/office/drawing/2014/main" id="{FB24E8FE-70C6-26BF-7374-8220847A03A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28"/>
        <p:cNvGrpSpPr/>
        <p:nvPr/>
      </p:nvGrpSpPr>
      <p:grpSpPr>
        <a:xfrm>
          <a:off x="0" y="0"/>
          <a:ext cx="0" cy="0"/>
          <a:chOff x="0" y="0"/>
          <a:chExt cx="0" cy="0"/>
        </a:xfrm>
      </p:grpSpPr>
      <p:grpSp>
        <p:nvGrpSpPr>
          <p:cNvPr id="629" name="Google Shape;629;p5"/>
          <p:cNvGrpSpPr/>
          <p:nvPr/>
        </p:nvGrpSpPr>
        <p:grpSpPr>
          <a:xfrm>
            <a:off x="0" y="839520"/>
            <a:ext cx="5030999" cy="1037880"/>
            <a:chOff x="0" y="839520"/>
            <a:chExt cx="5030999" cy="1037880"/>
          </a:xfrm>
        </p:grpSpPr>
        <p:sp>
          <p:nvSpPr>
            <p:cNvPr id="630" name="Google Shape;630;p5"/>
            <p:cNvSpPr/>
            <p:nvPr/>
          </p:nvSpPr>
          <p:spPr>
            <a:xfrm>
              <a:off x="0" y="839520"/>
              <a:ext cx="46839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31" name="Google Shape;631;p5"/>
            <p:cNvSpPr/>
            <p:nvPr/>
          </p:nvSpPr>
          <p:spPr>
            <a:xfrm>
              <a:off x="4155310" y="839520"/>
              <a:ext cx="87568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32" name="Google Shape;632;p5"/>
          <p:cNvSpPr/>
          <p:nvPr/>
        </p:nvSpPr>
        <p:spPr>
          <a:xfrm>
            <a:off x="114120" y="957600"/>
            <a:ext cx="48027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Project Scope</a:t>
            </a:r>
            <a:endParaRPr sz="4400" b="0" i="0" u="none" strike="noStrike" cap="none">
              <a:latin typeface="Arial"/>
              <a:ea typeface="Arial"/>
              <a:cs typeface="Arial"/>
              <a:sym typeface="Arial"/>
            </a:endParaRPr>
          </a:p>
        </p:txBody>
      </p:sp>
      <p:sp>
        <p:nvSpPr>
          <p:cNvPr id="634" name="Google Shape;634;p5"/>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5" name="Google Shape;635;p5"/>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6" name="Google Shape;636;p5"/>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37" name="Google Shape;637;p5"/>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21">
            <a:extLst>
              <a:ext uri="{FF2B5EF4-FFF2-40B4-BE49-F238E27FC236}">
                <a16:creationId xmlns:a16="http://schemas.microsoft.com/office/drawing/2014/main" id="{43934E53-4876-D18C-A31E-9FDB6FE3FA9E}"/>
              </a:ext>
            </a:extLst>
          </p:cNvPr>
          <p:cNvSpPr/>
          <p:nvPr/>
        </p:nvSpPr>
        <p:spPr>
          <a:xfrm>
            <a:off x="320040" y="2591868"/>
            <a:ext cx="18104760" cy="4763764"/>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algn="l">
              <a:buFont typeface="Arial" panose="020B0604020202020204" pitchFamily="34" charset="0"/>
              <a:buChar char="•"/>
            </a:pPr>
            <a:endParaRPr lang="en-IN" sz="44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buFont typeface="Arial" panose="020B0604020202020204" pitchFamily="34" charset="0"/>
              <a:buChar char="•"/>
            </a:pPr>
            <a:r>
              <a:rPr lang="en-IN" sz="44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Create a thriving ecosystem for celebrating and promoting local culinary talents.</a:t>
            </a:r>
          </a:p>
          <a:p>
            <a:pPr algn="l">
              <a:buFont typeface="Arial" panose="020B0604020202020204" pitchFamily="34" charset="0"/>
              <a:buChar char="•"/>
            </a:pPr>
            <a:endParaRPr lang="en-IN" sz="44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a:buFont typeface="Arial" panose="020B0604020202020204" pitchFamily="34" charset="0"/>
              <a:buChar char="•"/>
            </a:pPr>
            <a:r>
              <a:rPr lang="en-IN" sz="44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Address critical issues like food waste and support local economies.</a:t>
            </a:r>
          </a:p>
          <a:p>
            <a:pPr algn="l">
              <a:buFont typeface="Arial" panose="020B0604020202020204" pitchFamily="34" charset="0"/>
              <a:buChar char="•"/>
            </a:pPr>
            <a:endParaRPr lang="en-IN" sz="44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just">
              <a:lnSpc>
                <a:spcPct val="115000"/>
              </a:lnSpc>
              <a:spcBef>
                <a:spcPts val="850"/>
              </a:spcBef>
              <a:spcAft>
                <a:spcPts val="850"/>
              </a:spcAft>
              <a:buClr>
                <a:srgbClr val="000000"/>
              </a:buClr>
            </a:pPr>
            <a:endParaRPr lang="en-IN" sz="3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3" name="Rectangle 2">
            <a:extLst>
              <a:ext uri="{FF2B5EF4-FFF2-40B4-BE49-F238E27FC236}">
                <a16:creationId xmlns:a16="http://schemas.microsoft.com/office/drawing/2014/main" id="{8DC76CE0-784C-B6A2-DF1D-B7360859CB3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Rectangle 3">
            <a:extLst>
              <a:ext uri="{FF2B5EF4-FFF2-40B4-BE49-F238E27FC236}">
                <a16:creationId xmlns:a16="http://schemas.microsoft.com/office/drawing/2014/main" id="{941E0F87-9151-DEED-22E8-E9D9FE7B6638}"/>
              </a:ext>
            </a:extLst>
          </p:cNvPr>
          <p:cNvSpPr>
            <a:spLocks noChangeArrowheads="1"/>
          </p:cNvSpPr>
          <p:nvPr/>
        </p:nvSpPr>
        <p:spPr bwMode="auto">
          <a:xfrm>
            <a:off x="4683960" y="7938700"/>
            <a:ext cx="65" cy="276999"/>
          </a:xfrm>
          <a:prstGeom prst="rect">
            <a:avLst/>
          </a:prstGeom>
          <a:solidFill>
            <a:srgbClr val="34354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marL="457200" eaLnBrk="0" fontAlgn="base" hangingPunct="0">
              <a:spcBef>
                <a:spcPct val="0"/>
              </a:spcBef>
              <a:spcAft>
                <a:spcPct val="0"/>
              </a:spcAft>
              <a:defRPr>
                <a:solidFill>
                  <a:schemeClr val="tx1"/>
                </a:solidFill>
                <a:latin typeface="Arial" panose="020B0604020202020204" pitchFamily="34" charset="0"/>
              </a:defRPr>
            </a:lvl2pPr>
            <a:lvl3pPr marL="914400" eaLnBrk="0" fontAlgn="base" hangingPunct="0">
              <a:spcBef>
                <a:spcPct val="0"/>
              </a:spcBef>
              <a:spcAft>
                <a:spcPct val="0"/>
              </a:spcAft>
              <a:defRPr>
                <a:solidFill>
                  <a:schemeClr val="tx1"/>
                </a:solidFill>
                <a:latin typeface="Arial" panose="020B0604020202020204" pitchFamily="34" charset="0"/>
              </a:defRPr>
            </a:lvl3pPr>
            <a:lvl4pPr marL="1371600" eaLnBrk="0" fontAlgn="base" hangingPunct="0">
              <a:spcBef>
                <a:spcPct val="0"/>
              </a:spcBef>
              <a:spcAft>
                <a:spcPct val="0"/>
              </a:spcAft>
              <a:defRPr>
                <a:solidFill>
                  <a:schemeClr val="tx1"/>
                </a:solidFill>
                <a:latin typeface="Arial" panose="020B0604020202020204" pitchFamily="34" charset="0"/>
              </a:defRPr>
            </a:lvl4pPr>
            <a:lvl5pPr marL="1828800" eaLnBrk="0" fontAlgn="base" hangingPunct="0">
              <a:spcBef>
                <a:spcPct val="0"/>
              </a:spcBef>
              <a:spcAft>
                <a:spcPct val="0"/>
              </a:spcAft>
              <a:defRPr>
                <a:solidFill>
                  <a:schemeClr val="tx1"/>
                </a:solidFill>
                <a:latin typeface="Arial" panose="020B0604020202020204" pitchFamily="34" charset="0"/>
              </a:defRPr>
            </a:lvl5pPr>
            <a:lvl6pPr marL="2286000" eaLnBrk="0" fontAlgn="base" hangingPunct="0">
              <a:spcBef>
                <a:spcPct val="0"/>
              </a:spcBef>
              <a:spcAft>
                <a:spcPct val="0"/>
              </a:spcAft>
              <a:defRPr>
                <a:solidFill>
                  <a:schemeClr val="tx1"/>
                </a:solidFill>
                <a:latin typeface="Arial" panose="020B0604020202020204" pitchFamily="34" charset="0"/>
              </a:defRPr>
            </a:lvl6pPr>
            <a:lvl7pPr marL="2743200" eaLnBrk="0" fontAlgn="base" hangingPunct="0">
              <a:spcBef>
                <a:spcPct val="0"/>
              </a:spcBef>
              <a:spcAft>
                <a:spcPct val="0"/>
              </a:spcAft>
              <a:defRPr>
                <a:solidFill>
                  <a:schemeClr val="tx1"/>
                </a:solidFill>
                <a:latin typeface="Arial" panose="020B0604020202020204" pitchFamily="34" charset="0"/>
              </a:defRPr>
            </a:lvl7pPr>
            <a:lvl8pPr marL="3200400" eaLnBrk="0" fontAlgn="base" hangingPunct="0">
              <a:spcBef>
                <a:spcPct val="0"/>
              </a:spcBef>
              <a:spcAft>
                <a:spcPct val="0"/>
              </a:spcAft>
              <a:defRPr>
                <a:solidFill>
                  <a:schemeClr val="tx1"/>
                </a:solidFill>
                <a:latin typeface="Arial" panose="020B0604020202020204" pitchFamily="34" charset="0"/>
              </a:defRPr>
            </a:lvl8pPr>
            <a:lvl9pPr marL="3657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bg1"/>
              </a:solidFill>
              <a:effectLs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166481"/>
            <a:ext cx="17007840" cy="6986528"/>
          </a:xfrm>
          <a:prstGeom prst="rect">
            <a:avLst/>
          </a:prstGeom>
          <a:noFill/>
        </p:spPr>
        <p:txBody>
          <a:bodyPr wrap="square" rtlCol="0">
            <a:spAutoFit/>
          </a:bodyPr>
          <a:lstStyle/>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 Real Time Web Service System for Food Delivery</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Kartik, Ishika Bansal, Kirti, Kartik Rajvanshi</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2023</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Journal of Data Acquisition and Processing</a:t>
            </a:r>
          </a:p>
          <a:p>
            <a:pPr algn="l"/>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Summary:</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focuses on developing a real-time web service system for food delivery to provide fresh, hygienic, and affordable meals to customers living away from home.</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paper discusses the need for nutritious and healthy food options for individuals studying or working outside their homes and the challenges they face in obtaining such meals.</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authors propose a web service that aims to offer quality food, reasonable prices, and a variety of tastes while also providing employment opportunities for housewives. The system includes features such as database design, user interface, payment methods, order tracking, and process diagrams.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5F378C0C-C724-F530-F59F-754936EE26CF}"/>
              </a:ext>
            </a:extLst>
          </p:cNvPr>
          <p:cNvSpPr txBox="1"/>
          <p:nvPr/>
        </p:nvSpPr>
        <p:spPr>
          <a:xfrm>
            <a:off x="12363647" y="173377"/>
            <a:ext cx="3179785" cy="307777"/>
          </a:xfrm>
          <a:prstGeom prst="rect">
            <a:avLst/>
          </a:prstGeom>
          <a:noFill/>
        </p:spPr>
        <p:txBody>
          <a:bodyPr wrap="square" rtlCol="0">
            <a:spAutoFit/>
          </a:bodyPr>
          <a:lstStyle/>
          <a:p>
            <a:r>
              <a:rPr lang="en-IN" dirty="0"/>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166481"/>
            <a:ext cx="17007840" cy="6986528"/>
          </a:xfrm>
          <a:prstGeom prst="rect">
            <a:avLst/>
          </a:prstGeom>
          <a:noFill/>
        </p:spPr>
        <p:txBody>
          <a:bodyPr wrap="square" rtlCol="0">
            <a:spAutoFit/>
          </a:bodyPr>
          <a:lstStyle/>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Causal analysis of factors contributing to food wastage in restaurants of India</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Mahakpreet</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Kaur Virdi, Shubhangi Gupta,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Nitasha</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Hasteer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Kashish Rastogi</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2023-12-27</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International Conference on Computational Intelligence and Sustainable Engineering Solutions (CISES)</a:t>
            </a:r>
          </a:p>
          <a:p>
            <a:pPr algn="l"/>
            <a:endPar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Summary</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t>
            </a:r>
            <a:endPar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investigates the factors contributing to food wastage in restaurants in India.</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study uses a survey analysis to identify six factors causing food wastage and applies the DEMATEL (Decision-Making Trial and Evaluation Laboratory) approach to establish causal relationships.</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most influential factor identified is "Less Shelf Life (LSL)." The paper emphasizes the importance of reducing food waste for social, economic, and environmental reasons.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359066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166481"/>
            <a:ext cx="17007840" cy="7971413"/>
          </a:xfrm>
          <a:prstGeom prst="rect">
            <a:avLst/>
          </a:prstGeom>
          <a:noFill/>
        </p:spPr>
        <p:txBody>
          <a:bodyPr wrap="square" rtlCol="0">
            <a:spAutoFit/>
          </a:bodyPr>
          <a:lstStyle/>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Title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Food Ordering website "Cooked with care" developed using MERN stack</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Author :-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Amit </a:t>
            </a:r>
            <a:r>
              <a:rPr lang="en-IN" sz="3200" dirty="0" err="1">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Shersingh</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Chauhan, Abhishek Mishra, Sushil Bhardwaj, Sunita </a:t>
            </a:r>
            <a:r>
              <a:rPr lang="en-IN" sz="3200" dirty="0" err="1">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Nandgave</a:t>
            </a: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2022</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IEEE Xplore</a:t>
            </a:r>
          </a:p>
          <a:p>
            <a:pPr algn="l"/>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Summary</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presents the development of a food ordering website called "Cooked with care" using the MERN stack (MongoDB,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ExpressJS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React, NodeJS) and other technologies such as AWS cloud storage.</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website aims to provide a digital platform for homemakers and restaurant owners to sell their products and services online, with customer feedback and the ability to update menus.</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paper discusses the design and implementation of the website, its features including customer payment gateway, order management, and generating bills and invoices, and highlights its potential to reduce food wastage and enhance convenience for consumers and business owners.</a:t>
            </a:r>
          </a:p>
          <a:p>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050428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171360" y="1812281"/>
            <a:ext cx="17768297" cy="7971413"/>
          </a:xfrm>
          <a:prstGeom prst="rect">
            <a:avLst/>
          </a:prstGeom>
          <a:noFill/>
        </p:spPr>
        <p:txBody>
          <a:bodyPr wrap="square" rtlCol="0">
            <a:spAutoFit/>
          </a:bodyPr>
          <a:lstStyle/>
          <a:p>
            <a:pPr algn="l"/>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Web Based Application for Ordering Food Raw Materials</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Rita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Layona</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Budi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Yulianto</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Yovita</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200" b="0" i="0" dirty="0" err="1">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Tunardi</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Date: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2021</a:t>
            </a:r>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1st International Conference on Computer Science and Artificial Intelligence</a:t>
            </a:r>
          </a:p>
          <a:p>
            <a:pPr algn="l"/>
            <a:b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b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Summary:</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addresses the economic impact of the Covid-19 pandemic in Indonesia, specifically focusing on the challenges faced by housewives in shopping for food raw materials while avoiding virus transmission.</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authors propose a web-based application that allows housewives and community members to safely and easily order food raw materials from local merchants, with delivery carried out by a local government courier.</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study utilizes a mixed method approach, combining quantitative research and the Waterfall development method, to gather requirements and develop the application. The paper highlights the importance of centralized goods delivery and the use of Indonesian language for local residents.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9667432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grpSp>
        <p:nvGrpSpPr>
          <p:cNvPr id="642" name="Google Shape;642;p6"/>
          <p:cNvGrpSpPr/>
          <p:nvPr/>
        </p:nvGrpSpPr>
        <p:grpSpPr>
          <a:xfrm>
            <a:off x="0" y="764662"/>
            <a:ext cx="4855701" cy="955041"/>
            <a:chOff x="0" y="839520"/>
            <a:chExt cx="7551573" cy="1037880"/>
          </a:xfrm>
        </p:grpSpPr>
        <p:sp>
          <p:nvSpPr>
            <p:cNvPr id="643" name="Google Shape;643;p6"/>
            <p:cNvSpPr/>
            <p:nvPr/>
          </p:nvSpPr>
          <p:spPr>
            <a:xfrm>
              <a:off x="0" y="839520"/>
              <a:ext cx="70261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44" name="Google Shape;644;p6"/>
            <p:cNvSpPr/>
            <p:nvPr/>
          </p:nvSpPr>
          <p:spPr>
            <a:xfrm>
              <a:off x="6222454" y="839520"/>
              <a:ext cx="1329119"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45" name="Google Shape;645;p6"/>
          <p:cNvSpPr/>
          <p:nvPr/>
        </p:nvSpPr>
        <p:spPr>
          <a:xfrm>
            <a:off x="171360" y="957600"/>
            <a:ext cx="72039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47" name="Google Shape;647;p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8" name="Google Shape;648;p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9" name="Google Shape;649;p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50" name="Google Shape;650;p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C2C7FC89-F09F-B022-7CA0-C360C78C8129}"/>
              </a:ext>
            </a:extLst>
          </p:cNvPr>
          <p:cNvSpPr txBox="1"/>
          <p:nvPr/>
        </p:nvSpPr>
        <p:spPr>
          <a:xfrm>
            <a:off x="365760" y="2166481"/>
            <a:ext cx="17007840" cy="6986528"/>
          </a:xfrm>
          <a:prstGeom prst="rect">
            <a:avLst/>
          </a:prstGeom>
          <a:noFill/>
        </p:spPr>
        <p:txBody>
          <a:bodyPr wrap="square" rtlCol="0">
            <a:spAutoFit/>
          </a:bodyPr>
          <a:lstStyle/>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Title</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Design of Web App for Online Food Services</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Authors</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Harsh Pathak, Naman Gupta, Dhiren </a:t>
            </a:r>
            <a:r>
              <a:rPr lang="en-IN" sz="3200" dirty="0" err="1">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Premakar</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Preeti Garg</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Date: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May 2022</a:t>
            </a: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Publisher:</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International Journal for Research in Applied Science &amp; Engineering Technology (IJRASET)</a:t>
            </a:r>
          </a:p>
          <a:p>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2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Summary</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research paper discusses the design of a web application for online food services, emphasizing the convenience and benefits of online food ordering.</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proposed methodology involves a requirement analysis stage, the development of a mobile food ordering system, and the use of the MERN stack technology.</a:t>
            </a:r>
          </a:p>
          <a:p>
            <a:pPr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 paper highlights the features and advantages of an online food ordering system, such as easy access to information, customer support, and potential cost savings for restaurants. It also acknowledges potential disadvantages, including quality control and delivery challenges.</a:t>
            </a:r>
          </a:p>
        </p:txBody>
      </p:sp>
      <p:sp>
        <p:nvSpPr>
          <p:cNvPr id="4" name="Rectangle 3">
            <a:extLst>
              <a:ext uri="{FF2B5EF4-FFF2-40B4-BE49-F238E27FC236}">
                <a16:creationId xmlns:a16="http://schemas.microsoft.com/office/drawing/2014/main" id="{4F0DF0BC-A769-FA06-9210-F4BD26774D23}"/>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8015047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grpSp>
        <p:nvGrpSpPr>
          <p:cNvPr id="668" name="Google Shape;668;p8"/>
          <p:cNvGrpSpPr/>
          <p:nvPr/>
        </p:nvGrpSpPr>
        <p:grpSpPr>
          <a:xfrm>
            <a:off x="0" y="839520"/>
            <a:ext cx="5303160" cy="1037880"/>
            <a:chOff x="0" y="839520"/>
            <a:chExt cx="5303160" cy="1037880"/>
          </a:xfrm>
        </p:grpSpPr>
        <p:sp>
          <p:nvSpPr>
            <p:cNvPr id="669" name="Google Shape;669;p8"/>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70" name="Google Shape;670;p8"/>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71" name="Google Shape;671;p8"/>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Literature Survey</a:t>
            </a:r>
            <a:endParaRPr sz="4400" b="0" i="0" u="none" strike="noStrike" cap="none" dirty="0">
              <a:latin typeface="Arial"/>
              <a:ea typeface="Arial"/>
              <a:cs typeface="Arial"/>
              <a:sym typeface="Arial"/>
            </a:endParaRPr>
          </a:p>
        </p:txBody>
      </p:sp>
      <p:sp>
        <p:nvSpPr>
          <p:cNvPr id="673" name="Google Shape;673;p8"/>
          <p:cNvSpPr/>
          <p:nvPr/>
        </p:nvSpPr>
        <p:spPr>
          <a:xfrm>
            <a:off x="0" y="1849320"/>
            <a:ext cx="356580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674" name="Google Shape;674;p8"/>
          <p:cNvSpPr/>
          <p:nvPr/>
        </p:nvSpPr>
        <p:spPr>
          <a:xfrm>
            <a:off x="154080" y="1779480"/>
            <a:ext cx="3199680" cy="56052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Existing Systems</a:t>
            </a:r>
            <a:endParaRPr sz="3600" b="0" i="0" u="none" strike="noStrike" cap="none">
              <a:latin typeface="Arial"/>
              <a:ea typeface="Arial"/>
              <a:cs typeface="Arial"/>
              <a:sym typeface="Arial"/>
            </a:endParaRPr>
          </a:p>
        </p:txBody>
      </p:sp>
      <p:sp>
        <p:nvSpPr>
          <p:cNvPr id="675" name="Google Shape;675;p8"/>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6" name="Google Shape;676;p8"/>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7" name="Google Shape;677;p8"/>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78" name="Google Shape;678;p8"/>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31">
            <a:extLst>
              <a:ext uri="{FF2B5EF4-FFF2-40B4-BE49-F238E27FC236}">
                <a16:creationId xmlns:a16="http://schemas.microsoft.com/office/drawing/2014/main" id="{AD400032-1333-5450-9A49-FFBD893D5242}"/>
              </a:ext>
            </a:extLst>
          </p:cNvPr>
          <p:cNvSpPr/>
          <p:nvPr/>
        </p:nvSpPr>
        <p:spPr>
          <a:xfrm>
            <a:off x="317634" y="2801450"/>
            <a:ext cx="17842029" cy="6144142"/>
          </a:xfrm>
          <a:prstGeom prst="rect">
            <a:avLst/>
          </a:prstGeom>
          <a:noFill/>
          <a:ln w="0">
            <a:noFill/>
          </a:ln>
        </p:spPr>
        <p:style>
          <a:lnRef idx="0">
            <a:scrgbClr r="0" g="0" b="0"/>
          </a:lnRef>
          <a:fillRef idx="0">
            <a:scrgbClr r="0" g="0" b="0"/>
          </a:fillRef>
          <a:effectRef idx="0">
            <a:scrgbClr r="0" g="0" b="0"/>
          </a:effectRef>
          <a:fontRef idx="minor"/>
        </p:style>
        <p:txBody>
          <a:bodyPr wrap="square" lIns="0" tIns="5040" rIns="0" bIns="0" anchor="t">
            <a:spAutoFit/>
          </a:bodyPr>
          <a:lstStyle/>
          <a:p>
            <a:pPr marL="12600" indent="-216000" algn="just">
              <a:lnSpc>
                <a:spcPct val="115000"/>
              </a:lnSpc>
              <a:spcBef>
                <a:spcPts val="850"/>
              </a:spcBef>
              <a:spcAft>
                <a:spcPts val="850"/>
              </a:spcAft>
              <a:buClr>
                <a:srgbClr val="000000"/>
              </a:buClr>
              <a:buFont typeface="Symbol"/>
              <a:buChar char=""/>
            </a:pPr>
            <a:r>
              <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rPr>
              <a:t>Swiggy: </a:t>
            </a:r>
            <a:r>
              <a:rPr lang="en-IN" sz="360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Swiggy is an online food delivery platform that connects users with a wide range of local restaurants, allowing them to order food and have it delivered to their doorstep.</a:t>
            </a:r>
          </a:p>
          <a:p>
            <a:pPr marL="12600" indent="-216000" algn="just">
              <a:lnSpc>
                <a:spcPct val="115000"/>
              </a:lnSpc>
              <a:spcBef>
                <a:spcPts val="850"/>
              </a:spcBef>
              <a:spcAft>
                <a:spcPts val="850"/>
              </a:spcAft>
              <a:buClr>
                <a:srgbClr val="000000"/>
              </a:buClr>
              <a:buFont typeface="Symbol"/>
              <a:buChar char=""/>
            </a:pPr>
            <a:r>
              <a:rPr lang="en-US" sz="3600" b="0" strike="noStrike" spc="-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1" i="0" strike="noStrike"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Zomato:</a:t>
            </a:r>
            <a:r>
              <a:rPr lang="en-IN" sz="360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Zomato is a global restaurant discovery and food delivery platform that enables users to explore restaurants, read reviews, and order food for delivery or takeout.</a:t>
            </a:r>
            <a:endParaRPr lang="en-US" sz="3600" b="0" strike="noStrike" spc="-1"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US" sz="36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US" sz="36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Uber Eats: </a:t>
            </a:r>
            <a:r>
              <a:rPr lang="en-IN" sz="3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Uber Eats is the food delivery arm of Uber, providing users with the convenience of ordering food from local restaurants through the Uber Eats app and having it delivered by Uber drivers.</a:t>
            </a:r>
            <a:endParaRPr lang="en-US" sz="3600" strike="noStrike" spc="-1"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3" name="Rectangle 2">
            <a:extLst>
              <a:ext uri="{FF2B5EF4-FFF2-40B4-BE49-F238E27FC236}">
                <a16:creationId xmlns:a16="http://schemas.microsoft.com/office/drawing/2014/main" id="{B96E47D0-A60B-1A13-9E35-1E95EFE2A989}"/>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82"/>
        <p:cNvGrpSpPr/>
        <p:nvPr/>
      </p:nvGrpSpPr>
      <p:grpSpPr>
        <a:xfrm>
          <a:off x="0" y="0"/>
          <a:ext cx="0" cy="0"/>
          <a:chOff x="0" y="0"/>
          <a:chExt cx="0" cy="0"/>
        </a:xfrm>
      </p:grpSpPr>
      <p:grpSp>
        <p:nvGrpSpPr>
          <p:cNvPr id="683" name="Google Shape;683;p9"/>
          <p:cNvGrpSpPr/>
          <p:nvPr/>
        </p:nvGrpSpPr>
        <p:grpSpPr>
          <a:xfrm>
            <a:off x="0" y="839520"/>
            <a:ext cx="5303160" cy="1037880"/>
            <a:chOff x="0" y="839520"/>
            <a:chExt cx="5303160" cy="1037880"/>
          </a:xfrm>
        </p:grpSpPr>
        <p:sp>
          <p:nvSpPr>
            <p:cNvPr id="684" name="Google Shape;684;p9"/>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685" name="Google Shape;685;p9"/>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686" name="Google Shape;686;p9"/>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Literature Survey</a:t>
            </a:r>
            <a:endParaRPr sz="4400" b="0" i="0" u="none" strike="noStrike" cap="none">
              <a:latin typeface="Arial"/>
              <a:ea typeface="Arial"/>
              <a:cs typeface="Arial"/>
              <a:sym typeface="Arial"/>
            </a:endParaRPr>
          </a:p>
        </p:txBody>
      </p:sp>
      <p:sp>
        <p:nvSpPr>
          <p:cNvPr id="687" name="Google Shape;687;p9"/>
          <p:cNvSpPr/>
          <p:nvPr/>
        </p:nvSpPr>
        <p:spPr>
          <a:xfrm>
            <a:off x="0" y="1849320"/>
            <a:ext cx="356580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688" name="Google Shape;688;p9"/>
          <p:cNvSpPr/>
          <p:nvPr/>
        </p:nvSpPr>
        <p:spPr>
          <a:xfrm>
            <a:off x="154080" y="1779480"/>
            <a:ext cx="3199680" cy="56052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Comparison</a:t>
            </a:r>
            <a:endParaRPr sz="3600" b="0" i="0" u="none" strike="noStrike" cap="none">
              <a:latin typeface="Arial"/>
              <a:ea typeface="Arial"/>
              <a:cs typeface="Arial"/>
              <a:sym typeface="Arial"/>
            </a:endParaRPr>
          </a:p>
        </p:txBody>
      </p:sp>
      <p:sp>
        <p:nvSpPr>
          <p:cNvPr id="690" name="Google Shape;690;p9"/>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1" name="Google Shape;691;p9"/>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9"/>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693" name="Google Shape;693;p9"/>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4" name="Rectangle 3">
            <a:extLst>
              <a:ext uri="{FF2B5EF4-FFF2-40B4-BE49-F238E27FC236}">
                <a16:creationId xmlns:a16="http://schemas.microsoft.com/office/drawing/2014/main" id="{8196B7A1-AFB3-298C-EEB1-7326675967A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5" name="Table 4">
            <a:extLst>
              <a:ext uri="{FF2B5EF4-FFF2-40B4-BE49-F238E27FC236}">
                <a16:creationId xmlns:a16="http://schemas.microsoft.com/office/drawing/2014/main" id="{832B423F-4A0B-51D9-EC55-D1C82247CE72}"/>
              </a:ext>
            </a:extLst>
          </p:cNvPr>
          <p:cNvGraphicFramePr>
            <a:graphicFrameLocks noGrp="1"/>
          </p:cNvGraphicFramePr>
          <p:nvPr>
            <p:extLst>
              <p:ext uri="{D42A27DB-BD31-4B8C-83A1-F6EECF244321}">
                <p14:modId xmlns:p14="http://schemas.microsoft.com/office/powerpoint/2010/main" val="410903511"/>
              </p:ext>
            </p:extLst>
          </p:nvPr>
        </p:nvGraphicFramePr>
        <p:xfrm>
          <a:off x="335280" y="3121600"/>
          <a:ext cx="18303240" cy="6052263"/>
        </p:xfrm>
        <a:graphic>
          <a:graphicData uri="http://schemas.openxmlformats.org/drawingml/2006/table">
            <a:tbl>
              <a:tblPr firstRow="1" bandRow="1">
                <a:tableStyleId>{20C9CE97-CE7F-44E7-8DA9-80F1B485C8E6}</a:tableStyleId>
              </a:tblPr>
              <a:tblGrid>
                <a:gridCol w="6101080">
                  <a:extLst>
                    <a:ext uri="{9D8B030D-6E8A-4147-A177-3AD203B41FA5}">
                      <a16:colId xmlns:a16="http://schemas.microsoft.com/office/drawing/2014/main" val="3046766488"/>
                    </a:ext>
                  </a:extLst>
                </a:gridCol>
                <a:gridCol w="6101080">
                  <a:extLst>
                    <a:ext uri="{9D8B030D-6E8A-4147-A177-3AD203B41FA5}">
                      <a16:colId xmlns:a16="http://schemas.microsoft.com/office/drawing/2014/main" val="445244232"/>
                    </a:ext>
                  </a:extLst>
                </a:gridCol>
                <a:gridCol w="6101080">
                  <a:extLst>
                    <a:ext uri="{9D8B030D-6E8A-4147-A177-3AD203B41FA5}">
                      <a16:colId xmlns:a16="http://schemas.microsoft.com/office/drawing/2014/main" val="1540060497"/>
                    </a:ext>
                  </a:extLst>
                </a:gridCol>
              </a:tblGrid>
              <a:tr h="644985">
                <a:tc>
                  <a:txBody>
                    <a:bodyPr/>
                    <a:lstStyle/>
                    <a:p>
                      <a:pPr algn="ctr"/>
                      <a:r>
                        <a:rPr lang="en-IN" sz="26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Feature</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
                      <a:r>
                        <a:rPr lang="en-IN" sz="26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Taste of Home (Proposed)</a:t>
                      </a:r>
                    </a:p>
                  </a:txBody>
                  <a:tcPr anchor="ctr"/>
                </a:tc>
                <a:tc>
                  <a:txBody>
                    <a:bodyPr/>
                    <a:lstStyle/>
                    <a:p>
                      <a:pPr algn="ctr" fontAlgn="b"/>
                      <a:r>
                        <a:rPr lang="en-IN" sz="26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Zomato/Swiggy/Uber Eats</a:t>
                      </a:r>
                    </a:p>
                  </a:txBody>
                  <a:tcPr anchor="ctr"/>
                </a:tc>
                <a:extLst>
                  <a:ext uri="{0D108BD9-81ED-4DB2-BD59-A6C34878D82A}">
                    <a16:rowId xmlns:a16="http://schemas.microsoft.com/office/drawing/2014/main" val="1974429767"/>
                  </a:ext>
                </a:extLst>
              </a:tr>
              <a:tr h="901213">
                <a:tc>
                  <a:txBody>
                    <a:bodyPr/>
                    <a:lstStyle/>
                    <a:p>
                      <a:pPr algn="ctr" fontAlgn="base"/>
                      <a:r>
                        <a:rPr lang="en-IN" sz="26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Platform Focus</a:t>
                      </a:r>
                      <a:endPar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6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Connects local food producers with consumers</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6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Aggregates restaurants and offers food delivery services</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extLst>
                  <a:ext uri="{0D108BD9-81ED-4DB2-BD59-A6C34878D82A}">
                    <a16:rowId xmlns:a16="http://schemas.microsoft.com/office/drawing/2014/main" val="4078994046"/>
                  </a:ext>
                </a:extLst>
              </a:tr>
              <a:tr h="901213">
                <a:tc>
                  <a:txBody>
                    <a:bodyPr/>
                    <a:lstStyle/>
                    <a:p>
                      <a:pPr algn="ctr" fontAlgn="base"/>
                      <a:r>
                        <a:rPr lang="en-IN" sz="26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User Profiles</a:t>
                      </a:r>
                      <a:endPar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6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Both food producers and consumers create profiles</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6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Primarily consumer-focused profiles with limited restaurant details</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extLst>
                  <a:ext uri="{0D108BD9-81ED-4DB2-BD59-A6C34878D82A}">
                    <a16:rowId xmlns:a16="http://schemas.microsoft.com/office/drawing/2014/main" val="1622736265"/>
                  </a:ext>
                </a:extLst>
              </a:tr>
              <a:tr h="901213">
                <a:tc>
                  <a:txBody>
                    <a:bodyPr/>
                    <a:lstStyle/>
                    <a:p>
                      <a:pPr algn="ctr"/>
                      <a:r>
                        <a:rPr lang="en-IN" sz="26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Listings</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6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Food producers showcase unique homemade offerings</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a:r>
                        <a:rPr lang="en-IN" sz="2600" b="0"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Restaurants and their menu items displayed</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extLst>
                  <a:ext uri="{0D108BD9-81ED-4DB2-BD59-A6C34878D82A}">
                    <a16:rowId xmlns:a16="http://schemas.microsoft.com/office/drawing/2014/main" val="2627834058"/>
                  </a:ext>
                </a:extLst>
              </a:tr>
              <a:tr h="901213">
                <a:tc>
                  <a:txBody>
                    <a:bodyPr/>
                    <a:lstStyle/>
                    <a:p>
                      <a:pPr algn="ctr"/>
                      <a:r>
                        <a:rPr lang="en-IN" sz="26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Messaging</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ase"/>
                      <a:r>
                        <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Enables direct communication between users and food producers</a:t>
                      </a:r>
                    </a:p>
                  </a:txBody>
                  <a:tcPr anchor="ctr"/>
                </a:tc>
                <a:tc>
                  <a:txBody>
                    <a:bodyPr/>
                    <a:lstStyle/>
                    <a:p>
                      <a:pPr algn="ctr" fontAlgn="base"/>
                      <a:r>
                        <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Communication limited to order updates and support with restaurants</a:t>
                      </a:r>
                    </a:p>
                  </a:txBody>
                  <a:tcPr anchor="ctr"/>
                </a:tc>
                <a:extLst>
                  <a:ext uri="{0D108BD9-81ED-4DB2-BD59-A6C34878D82A}">
                    <a16:rowId xmlns:a16="http://schemas.microsoft.com/office/drawing/2014/main" val="1836112178"/>
                  </a:ext>
                </a:extLst>
              </a:tr>
              <a:tr h="901213">
                <a:tc>
                  <a:txBody>
                    <a:bodyPr/>
                    <a:lstStyle/>
                    <a:p>
                      <a:pPr algn="ctr" fontAlgn="base"/>
                      <a:r>
                        <a:rPr lang="en-IN" sz="2600" b="1" dirty="0">
                          <a:effectLst/>
                          <a:latin typeface="Microsoft Sans Serif" panose="020B0604020202020204" pitchFamily="34" charset="0"/>
                          <a:ea typeface="Microsoft Sans Serif" panose="020B0604020202020204" pitchFamily="34" charset="0"/>
                          <a:cs typeface="Microsoft Sans Serif" panose="020B0604020202020204" pitchFamily="34" charset="0"/>
                        </a:rPr>
                        <a:t>Mission and Impact</a:t>
                      </a:r>
                      <a:endPar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ase"/>
                      <a:r>
                        <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Addresses concerns such as food waste, supports local economies</a:t>
                      </a:r>
                    </a:p>
                  </a:txBody>
                  <a:tcPr anchor="ctr"/>
                </a:tc>
                <a:tc>
                  <a:txBody>
                    <a:bodyPr/>
                    <a:lstStyle/>
                    <a:p>
                      <a:pPr algn="ctr" fontAlgn="base"/>
                      <a:r>
                        <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Primarily focused on providing convenient food delivery services</a:t>
                      </a:r>
                    </a:p>
                  </a:txBody>
                  <a:tcPr anchor="ctr"/>
                </a:tc>
                <a:extLst>
                  <a:ext uri="{0D108BD9-81ED-4DB2-BD59-A6C34878D82A}">
                    <a16:rowId xmlns:a16="http://schemas.microsoft.com/office/drawing/2014/main" val="443738577"/>
                  </a:ext>
                </a:extLst>
              </a:tr>
              <a:tr h="901213">
                <a:tc>
                  <a:txBody>
                    <a:bodyPr/>
                    <a:lstStyle/>
                    <a:p>
                      <a:pPr algn="ctr"/>
                      <a:r>
                        <a:rPr lang="en-IN" sz="2600" b="1" i="0" u="none" strike="noStrike" cap="none" dirty="0">
                          <a:solidFill>
                            <a:srgbClr val="000000"/>
                          </a:solidFill>
                          <a:effectLst/>
                          <a:latin typeface="Microsoft Sans Serif" panose="020B0604020202020204" pitchFamily="34" charset="0"/>
                          <a:ea typeface="Microsoft Sans Serif" panose="020B0604020202020204" pitchFamily="34" charset="0"/>
                          <a:cs typeface="Microsoft Sans Serif" panose="020B0604020202020204" pitchFamily="34" charset="0"/>
                          <a:sym typeface="Arial"/>
                        </a:rPr>
                        <a:t>Vision</a:t>
                      </a:r>
                      <a:endParaRPr lang="en-IN" sz="2600" dirty="0">
                        <a:latin typeface="Microsoft Sans Serif" panose="020B0604020202020204" pitchFamily="34" charset="0"/>
                        <a:ea typeface="Microsoft Sans Serif" panose="020B0604020202020204" pitchFamily="34" charset="0"/>
                        <a:cs typeface="Microsoft Sans Serif" panose="020B0604020202020204" pitchFamily="34" charset="0"/>
                      </a:endParaRPr>
                    </a:p>
                  </a:txBody>
                  <a:tcPr anchor="ctr"/>
                </a:tc>
                <a:tc>
                  <a:txBody>
                    <a:bodyPr/>
                    <a:lstStyle/>
                    <a:p>
                      <a:pPr algn="ctr" fontAlgn="base"/>
                      <a:r>
                        <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Celebrates local culinary talents and reduces food waste</a:t>
                      </a:r>
                    </a:p>
                  </a:txBody>
                  <a:tcPr anchor="ctr"/>
                </a:tc>
                <a:tc>
                  <a:txBody>
                    <a:bodyPr/>
                    <a:lstStyle/>
                    <a:p>
                      <a:pPr algn="ctr" fontAlgn="base"/>
                      <a:r>
                        <a:rPr lang="en-IN" sz="2600" dirty="0">
                          <a:effectLst/>
                          <a:latin typeface="Microsoft Sans Serif" panose="020B0604020202020204" pitchFamily="34" charset="0"/>
                          <a:ea typeface="Microsoft Sans Serif" panose="020B0604020202020204" pitchFamily="34" charset="0"/>
                          <a:cs typeface="Microsoft Sans Serif" panose="020B0604020202020204" pitchFamily="34" charset="0"/>
                        </a:rPr>
                        <a:t>Provides a convenient and efficient food delivery service</a:t>
                      </a:r>
                    </a:p>
                  </a:txBody>
                  <a:tcPr anchor="ctr"/>
                </a:tc>
                <a:extLst>
                  <a:ext uri="{0D108BD9-81ED-4DB2-BD59-A6C34878D82A}">
                    <a16:rowId xmlns:a16="http://schemas.microsoft.com/office/drawing/2014/main" val="824837253"/>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697"/>
        <p:cNvGrpSpPr/>
        <p:nvPr/>
      </p:nvGrpSpPr>
      <p:grpSpPr>
        <a:xfrm>
          <a:off x="0" y="0"/>
          <a:ext cx="0" cy="0"/>
          <a:chOff x="0" y="0"/>
          <a:chExt cx="0" cy="0"/>
        </a:xfrm>
      </p:grpSpPr>
      <p:grpSp>
        <p:nvGrpSpPr>
          <p:cNvPr id="698" name="Google Shape;698;p10"/>
          <p:cNvGrpSpPr/>
          <p:nvPr/>
        </p:nvGrpSpPr>
        <p:grpSpPr>
          <a:xfrm>
            <a:off x="0" y="839520"/>
            <a:ext cx="5303160" cy="1037880"/>
            <a:chOff x="0" y="839520"/>
            <a:chExt cx="5303160" cy="1037880"/>
          </a:xfrm>
        </p:grpSpPr>
        <p:sp>
          <p:nvSpPr>
            <p:cNvPr id="699" name="Google Shape;699;p10"/>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00" name="Google Shape;700;p10"/>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01" name="Google Shape;701;p10"/>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Literature Survey</a:t>
            </a:r>
            <a:endParaRPr sz="4400" b="0" i="0" u="none" strike="noStrike" cap="none">
              <a:latin typeface="Arial"/>
              <a:ea typeface="Arial"/>
              <a:cs typeface="Arial"/>
              <a:sym typeface="Arial"/>
            </a:endParaRPr>
          </a:p>
        </p:txBody>
      </p:sp>
      <p:sp>
        <p:nvSpPr>
          <p:cNvPr id="703" name="Google Shape;703;p10"/>
          <p:cNvSpPr/>
          <p:nvPr/>
        </p:nvSpPr>
        <p:spPr>
          <a:xfrm>
            <a:off x="0" y="1849320"/>
            <a:ext cx="521172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04" name="Google Shape;704;p10"/>
          <p:cNvSpPr/>
          <p:nvPr/>
        </p:nvSpPr>
        <p:spPr>
          <a:xfrm>
            <a:off x="171360" y="1815120"/>
            <a:ext cx="494892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dirty="0">
                <a:solidFill>
                  <a:srgbClr val="FFFFFF"/>
                </a:solidFill>
                <a:latin typeface="Calibri"/>
                <a:ea typeface="Calibri"/>
                <a:cs typeface="Calibri"/>
                <a:sym typeface="Calibri"/>
              </a:rPr>
              <a:t>Technologies Considered</a:t>
            </a:r>
            <a:endParaRPr sz="3600" b="0" i="0" u="none" strike="noStrike" cap="none" dirty="0">
              <a:latin typeface="Arial"/>
              <a:ea typeface="Arial"/>
              <a:cs typeface="Arial"/>
              <a:sym typeface="Arial"/>
            </a:endParaRPr>
          </a:p>
        </p:txBody>
      </p:sp>
      <p:sp>
        <p:nvSpPr>
          <p:cNvPr id="705" name="Google Shape;705;p10"/>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0"/>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0"/>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08" name="Google Shape;708;p10"/>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65">
            <a:extLst>
              <a:ext uri="{FF2B5EF4-FFF2-40B4-BE49-F238E27FC236}">
                <a16:creationId xmlns:a16="http://schemas.microsoft.com/office/drawing/2014/main" id="{D4435410-3A37-BD0E-4FDB-BA51C9C9A3A0}"/>
              </a:ext>
            </a:extLst>
          </p:cNvPr>
          <p:cNvSpPr/>
          <p:nvPr/>
        </p:nvSpPr>
        <p:spPr>
          <a:xfrm>
            <a:off x="425914" y="2847845"/>
            <a:ext cx="18156872" cy="5756985"/>
          </a:xfrm>
          <a:prstGeom prst="rect">
            <a:avLst/>
          </a:prstGeom>
          <a:noFill/>
          <a:ln w="0">
            <a:noFill/>
          </a:ln>
        </p:spPr>
        <p:style>
          <a:lnRef idx="0">
            <a:scrgbClr r="0" g="0" b="0"/>
          </a:lnRef>
          <a:fillRef idx="0">
            <a:scrgbClr r="0" g="0" b="0"/>
          </a:fillRef>
          <a:effectRef idx="0">
            <a:scrgbClr r="0" g="0" b="0"/>
          </a:effectRef>
          <a:fontRef idx="minor"/>
        </p:style>
        <p:txBody>
          <a:bodyPr wrap="square" lIns="0" tIns="5040" rIns="0" bIns="0" anchor="t">
            <a:spAutoFit/>
          </a:bodyPr>
          <a:lstStyle/>
          <a:p>
            <a:pPr marL="12600" indent="-216000" algn="just">
              <a:lnSpc>
                <a:spcPct val="115000"/>
              </a:lnSpc>
              <a:spcBef>
                <a:spcPts val="850"/>
              </a:spcBef>
              <a:spcAft>
                <a:spcPts val="850"/>
              </a:spcAft>
              <a:buClr>
                <a:srgbClr val="000000"/>
              </a:buClr>
              <a:buFont typeface="Symbol"/>
              <a:buChar char=""/>
            </a:pPr>
            <a:r>
              <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rPr>
              <a:t> React  : </a:t>
            </a:r>
            <a:r>
              <a:rPr lang="en-IN" sz="360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React is a JavaScript library for building user interfaces, known for its declarative and efficient approach to creating interactive components.</a:t>
            </a:r>
          </a:p>
          <a:p>
            <a:pPr marL="12600" indent="-216000" algn="just">
              <a:lnSpc>
                <a:spcPct val="115000"/>
              </a:lnSpc>
              <a:spcBef>
                <a:spcPts val="850"/>
              </a:spcBef>
              <a:spcAft>
                <a:spcPts val="850"/>
              </a:spcAft>
              <a:buClr>
                <a:srgbClr val="000000"/>
              </a:buClr>
              <a:buFont typeface="Symbol"/>
              <a:buChar char=""/>
            </a:pPr>
            <a:r>
              <a:rPr lang="en-US" sz="36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Express.js: </a:t>
            </a:r>
            <a:r>
              <a:rPr lang="en-US" sz="3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E</a:t>
            </a:r>
            <a:r>
              <a:rPr lang="en-IN" sz="3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xpress.js is a minimal and flexible Node.js web application framework that simplifies the process of building robust web applications.</a:t>
            </a:r>
            <a:r>
              <a:rPr lang="en-US" sz="36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a:t>
            </a:r>
          </a:p>
          <a:p>
            <a:pPr marL="12600" indent="-216000" algn="just">
              <a:lnSpc>
                <a:spcPct val="115000"/>
              </a:lnSpc>
              <a:spcBef>
                <a:spcPts val="850"/>
              </a:spcBef>
              <a:spcAft>
                <a:spcPts val="850"/>
              </a:spcAft>
              <a:buClr>
                <a:srgbClr val="000000"/>
              </a:buClr>
              <a:buFont typeface="Symbol"/>
              <a:buChar char=""/>
            </a:pPr>
            <a:r>
              <a:rPr lang="en-US" sz="36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Node JS: </a:t>
            </a:r>
            <a:r>
              <a:rPr lang="en-IN" sz="3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Node.js is a server-side JavaScript runtime that allows for building scalable and high-performance applications.</a:t>
            </a:r>
          </a:p>
          <a:p>
            <a:pPr marL="12600" indent="-216000" algn="just">
              <a:lnSpc>
                <a:spcPct val="115000"/>
              </a:lnSpc>
              <a:spcBef>
                <a:spcPts val="850"/>
              </a:spcBef>
              <a:spcAft>
                <a:spcPts val="850"/>
              </a:spcAft>
              <a:buClr>
                <a:srgbClr val="000000"/>
              </a:buClr>
              <a:buFont typeface="Symbol"/>
              <a:buChar char=""/>
            </a:pPr>
            <a:r>
              <a:rPr lang="en-IN" sz="3600" b="1" dirty="0" err="1">
                <a:latin typeface="Microsoft Sans Serif" panose="020B0604020202020204" pitchFamily="34" charset="0"/>
                <a:ea typeface="Microsoft Sans Serif" panose="020B0604020202020204" pitchFamily="34" charset="0"/>
                <a:cs typeface="Microsoft Sans Serif" panose="020B0604020202020204" pitchFamily="34" charset="0"/>
              </a:rPr>
              <a:t>C</a:t>
            </a:r>
            <a:r>
              <a:rPr lang="en-IN" sz="3600" b="1" i="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loudinary</a:t>
            </a:r>
            <a:r>
              <a:rPr lang="en-IN" sz="3600" b="1"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 (for images): </a:t>
            </a:r>
            <a:r>
              <a:rPr lang="en-IN" sz="3600" i="0" dirty="0" err="1">
                <a:effectLst/>
                <a:latin typeface="Microsoft Sans Serif" panose="020B0604020202020204" pitchFamily="34" charset="0"/>
                <a:ea typeface="Microsoft Sans Serif" panose="020B0604020202020204" pitchFamily="34" charset="0"/>
                <a:cs typeface="Microsoft Sans Serif" panose="020B0604020202020204" pitchFamily="34" charset="0"/>
              </a:rPr>
              <a:t>Cloudinary</a:t>
            </a:r>
            <a:r>
              <a:rPr lang="en-IN" sz="3600"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 is a cloud-based image and video management service, offering features like storage, optimization, and delivery for media assets.</a:t>
            </a:r>
          </a:p>
        </p:txBody>
      </p:sp>
      <p:sp>
        <p:nvSpPr>
          <p:cNvPr id="3" name="Rectangle 2">
            <a:extLst>
              <a:ext uri="{FF2B5EF4-FFF2-40B4-BE49-F238E27FC236}">
                <a16:creationId xmlns:a16="http://schemas.microsoft.com/office/drawing/2014/main" id="{87174E1A-6D4C-EFFD-B83E-73ED8E74BB49}"/>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Shape 697"/>
        <p:cNvGrpSpPr/>
        <p:nvPr/>
      </p:nvGrpSpPr>
      <p:grpSpPr>
        <a:xfrm>
          <a:off x="0" y="0"/>
          <a:ext cx="0" cy="0"/>
          <a:chOff x="0" y="0"/>
          <a:chExt cx="0" cy="0"/>
        </a:xfrm>
      </p:grpSpPr>
      <p:grpSp>
        <p:nvGrpSpPr>
          <p:cNvPr id="698" name="Google Shape;698;p10"/>
          <p:cNvGrpSpPr/>
          <p:nvPr/>
        </p:nvGrpSpPr>
        <p:grpSpPr>
          <a:xfrm>
            <a:off x="0" y="839520"/>
            <a:ext cx="5303160" cy="1037880"/>
            <a:chOff x="0" y="839520"/>
            <a:chExt cx="5303160" cy="1037880"/>
          </a:xfrm>
        </p:grpSpPr>
        <p:sp>
          <p:nvSpPr>
            <p:cNvPr id="699" name="Google Shape;699;p10"/>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00" name="Google Shape;700;p10"/>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01" name="Google Shape;701;p10"/>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Literature Survey</a:t>
            </a:r>
            <a:endParaRPr sz="4400" b="0" i="0" u="none" strike="noStrike" cap="none">
              <a:latin typeface="Arial"/>
              <a:ea typeface="Arial"/>
              <a:cs typeface="Arial"/>
              <a:sym typeface="Arial"/>
            </a:endParaRPr>
          </a:p>
        </p:txBody>
      </p:sp>
      <p:sp>
        <p:nvSpPr>
          <p:cNvPr id="703" name="Google Shape;703;p10"/>
          <p:cNvSpPr/>
          <p:nvPr/>
        </p:nvSpPr>
        <p:spPr>
          <a:xfrm>
            <a:off x="0" y="1849320"/>
            <a:ext cx="5211720" cy="58896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04" name="Google Shape;704;p10"/>
          <p:cNvSpPr/>
          <p:nvPr/>
        </p:nvSpPr>
        <p:spPr>
          <a:xfrm>
            <a:off x="171360" y="1815120"/>
            <a:ext cx="494892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Technologies Considered</a:t>
            </a:r>
            <a:endParaRPr sz="3600" b="0" i="0" u="none" strike="noStrike" cap="none">
              <a:latin typeface="Arial"/>
              <a:ea typeface="Arial"/>
              <a:cs typeface="Arial"/>
              <a:sym typeface="Arial"/>
            </a:endParaRPr>
          </a:p>
        </p:txBody>
      </p:sp>
      <p:sp>
        <p:nvSpPr>
          <p:cNvPr id="705" name="Google Shape;705;p10"/>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0"/>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7" name="Google Shape;707;p10"/>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08" name="Google Shape;708;p10"/>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object 65">
            <a:extLst>
              <a:ext uri="{FF2B5EF4-FFF2-40B4-BE49-F238E27FC236}">
                <a16:creationId xmlns:a16="http://schemas.microsoft.com/office/drawing/2014/main" id="{8F00577D-E60C-94C3-0AD3-788E9F6D25AB}"/>
              </a:ext>
            </a:extLst>
          </p:cNvPr>
          <p:cNvSpPr/>
          <p:nvPr/>
        </p:nvSpPr>
        <p:spPr>
          <a:xfrm>
            <a:off x="451970" y="2887200"/>
            <a:ext cx="18104760" cy="3364920"/>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15000"/>
              </a:lnSpc>
              <a:spcBef>
                <a:spcPts val="850"/>
              </a:spcBef>
              <a:spcAft>
                <a:spcPts val="850"/>
              </a:spcAft>
              <a:buClr>
                <a:srgbClr val="000000"/>
              </a:buClr>
              <a:buFont typeface="Symbol"/>
              <a:buChar char=""/>
            </a:pPr>
            <a:r>
              <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MongoDB: </a:t>
            </a:r>
            <a:r>
              <a:rPr lang="en-IN" sz="3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MongoDB is a NoSQL database management system, ideal for handling unstructured data and scalable applications.</a:t>
            </a:r>
          </a:p>
          <a:p>
            <a:pPr marL="12600" indent="-216000" algn="just">
              <a:lnSpc>
                <a:spcPct val="115000"/>
              </a:lnSpc>
              <a:spcBef>
                <a:spcPts val="850"/>
              </a:spcBef>
              <a:spcAft>
                <a:spcPts val="850"/>
              </a:spcAft>
              <a:buClr>
                <a:srgbClr val="000000"/>
              </a:buClr>
              <a:buFont typeface="Symbol"/>
              <a:buChar char=""/>
            </a:pPr>
            <a:r>
              <a:rPr lang="en-IN" sz="3600" b="1"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Stripe (for payment): </a:t>
            </a:r>
            <a:r>
              <a:rPr lang="en-IN" sz="3600"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Stripe is a secure and developer-friendly platform that provides tools for online payment processing, supporting credit/debit card and digital wallet transactions.</a:t>
            </a:r>
            <a:endPar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2" name="Rectangle 1">
            <a:extLst>
              <a:ext uri="{FF2B5EF4-FFF2-40B4-BE49-F238E27FC236}">
                <a16:creationId xmlns:a16="http://schemas.microsoft.com/office/drawing/2014/main" id="{8D6AB430-226C-C064-70B4-077E4DEF2C86}"/>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739043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grpSp>
        <p:nvGrpSpPr>
          <p:cNvPr id="713" name="Google Shape;713;p11"/>
          <p:cNvGrpSpPr/>
          <p:nvPr/>
        </p:nvGrpSpPr>
        <p:grpSpPr>
          <a:xfrm>
            <a:off x="0" y="839520"/>
            <a:ext cx="5303160" cy="1037880"/>
            <a:chOff x="0" y="839520"/>
            <a:chExt cx="5303160" cy="1037880"/>
          </a:xfrm>
        </p:grpSpPr>
        <p:sp>
          <p:nvSpPr>
            <p:cNvPr id="714" name="Google Shape;714;p11"/>
            <p:cNvSpPr/>
            <p:nvPr/>
          </p:nvSpPr>
          <p:spPr>
            <a:xfrm>
              <a:off x="0" y="839520"/>
              <a:ext cx="485136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15" name="Google Shape;715;p11"/>
            <p:cNvSpPr/>
            <p:nvPr/>
          </p:nvSpPr>
          <p:spPr>
            <a:xfrm>
              <a:off x="4385520" y="839520"/>
              <a:ext cx="9176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16" name="Google Shape;716;p11"/>
          <p:cNvSpPr/>
          <p:nvPr/>
        </p:nvSpPr>
        <p:spPr>
          <a:xfrm>
            <a:off x="171360" y="957600"/>
            <a:ext cx="7203960" cy="68256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Calibri"/>
                <a:cs typeface="Calibri"/>
                <a:sym typeface="Calibri"/>
              </a:rPr>
              <a:t>Tools &amp; Technologies</a:t>
            </a:r>
            <a:endParaRPr sz="4400" b="0" i="0" u="none" strike="noStrike" cap="none" dirty="0">
              <a:latin typeface="Arial"/>
              <a:ea typeface="Arial"/>
              <a:cs typeface="Arial"/>
              <a:sym typeface="Arial"/>
            </a:endParaRPr>
          </a:p>
        </p:txBody>
      </p:sp>
      <p:sp>
        <p:nvSpPr>
          <p:cNvPr id="719" name="Google Shape;719;p11"/>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0" name="Google Shape;720;p11"/>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1" name="Google Shape;721;p11"/>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22" name="Google Shape;722;p11"/>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6BA0BF8E-967C-5AF7-AD54-CA1E6CC816B9}"/>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aphicFrame>
        <p:nvGraphicFramePr>
          <p:cNvPr id="5" name="Table 4">
            <a:extLst>
              <a:ext uri="{FF2B5EF4-FFF2-40B4-BE49-F238E27FC236}">
                <a16:creationId xmlns:a16="http://schemas.microsoft.com/office/drawing/2014/main" id="{1D5EF6F8-F12B-5E6F-EA2C-B048E9EE2C8A}"/>
              </a:ext>
            </a:extLst>
          </p:cNvPr>
          <p:cNvGraphicFramePr>
            <a:graphicFrameLocks noGrp="1"/>
          </p:cNvGraphicFramePr>
          <p:nvPr>
            <p:extLst>
              <p:ext uri="{D42A27DB-BD31-4B8C-83A1-F6EECF244321}">
                <p14:modId xmlns:p14="http://schemas.microsoft.com/office/powerpoint/2010/main" val="1056035650"/>
              </p:ext>
            </p:extLst>
          </p:nvPr>
        </p:nvGraphicFramePr>
        <p:xfrm>
          <a:off x="692072" y="2858417"/>
          <a:ext cx="16044839" cy="2439964"/>
        </p:xfrm>
        <a:graphic>
          <a:graphicData uri="http://schemas.openxmlformats.org/drawingml/2006/table">
            <a:tbl>
              <a:tblPr firstRow="1" bandRow="1">
                <a:tableStyleId>{073A0DAA-6AF3-43AB-8588-CEC1D06C72B9}</a:tableStyleId>
              </a:tblPr>
              <a:tblGrid>
                <a:gridCol w="4030767">
                  <a:extLst>
                    <a:ext uri="{9D8B030D-6E8A-4147-A177-3AD203B41FA5}">
                      <a16:colId xmlns:a16="http://schemas.microsoft.com/office/drawing/2014/main" val="1808182997"/>
                    </a:ext>
                  </a:extLst>
                </a:gridCol>
                <a:gridCol w="12014072">
                  <a:extLst>
                    <a:ext uri="{9D8B030D-6E8A-4147-A177-3AD203B41FA5}">
                      <a16:colId xmlns:a16="http://schemas.microsoft.com/office/drawing/2014/main" val="1089993888"/>
                    </a:ext>
                  </a:extLst>
                </a:gridCol>
              </a:tblGrid>
              <a:tr h="609991">
                <a:tc>
                  <a:txBody>
                    <a:bodyPr/>
                    <a:lstStyle/>
                    <a:p>
                      <a:r>
                        <a:rPr lang="en-US" sz="2200" dirty="0"/>
                        <a:t>Specification</a:t>
                      </a:r>
                    </a:p>
                  </a:txBody>
                  <a:tcPr/>
                </a:tc>
                <a:tc>
                  <a:txBody>
                    <a:bodyPr/>
                    <a:lstStyle/>
                    <a:p>
                      <a:r>
                        <a:rPr lang="en-US" sz="2200" dirty="0"/>
                        <a:t>Required Value</a:t>
                      </a:r>
                    </a:p>
                  </a:txBody>
                  <a:tcPr/>
                </a:tc>
                <a:extLst>
                  <a:ext uri="{0D108BD9-81ED-4DB2-BD59-A6C34878D82A}">
                    <a16:rowId xmlns:a16="http://schemas.microsoft.com/office/drawing/2014/main" val="29599920"/>
                  </a:ext>
                </a:extLst>
              </a:tr>
              <a:tr h="609991">
                <a:tc>
                  <a:txBody>
                    <a:bodyPr/>
                    <a:lstStyle/>
                    <a:p>
                      <a:r>
                        <a:rPr lang="en-US" sz="2200" dirty="0"/>
                        <a:t>Processor</a:t>
                      </a:r>
                    </a:p>
                  </a:txBody>
                  <a:tcPr/>
                </a:tc>
                <a:tc>
                  <a:txBody>
                    <a:bodyPr/>
                    <a:lstStyle/>
                    <a:p>
                      <a:r>
                        <a:rPr lang="en-US" sz="2200" dirty="0"/>
                        <a:t>Intel i3 and above</a:t>
                      </a:r>
                    </a:p>
                  </a:txBody>
                  <a:tcPr/>
                </a:tc>
                <a:extLst>
                  <a:ext uri="{0D108BD9-81ED-4DB2-BD59-A6C34878D82A}">
                    <a16:rowId xmlns:a16="http://schemas.microsoft.com/office/drawing/2014/main" val="2456125172"/>
                  </a:ext>
                </a:extLst>
              </a:tr>
              <a:tr h="609991">
                <a:tc>
                  <a:txBody>
                    <a:bodyPr/>
                    <a:lstStyle/>
                    <a:p>
                      <a:r>
                        <a:rPr lang="en-US" sz="2200" dirty="0"/>
                        <a:t>RAM</a:t>
                      </a:r>
                    </a:p>
                  </a:txBody>
                  <a:tcPr/>
                </a:tc>
                <a:tc>
                  <a:txBody>
                    <a:bodyPr/>
                    <a:lstStyle/>
                    <a:p>
                      <a:r>
                        <a:rPr lang="en-US" sz="2200" dirty="0"/>
                        <a:t>Minimum 8 GB </a:t>
                      </a:r>
                    </a:p>
                  </a:txBody>
                  <a:tcPr/>
                </a:tc>
                <a:extLst>
                  <a:ext uri="{0D108BD9-81ED-4DB2-BD59-A6C34878D82A}">
                    <a16:rowId xmlns:a16="http://schemas.microsoft.com/office/drawing/2014/main" val="4008696650"/>
                  </a:ext>
                </a:extLst>
              </a:tr>
              <a:tr h="609991">
                <a:tc>
                  <a:txBody>
                    <a:bodyPr/>
                    <a:lstStyle/>
                    <a:p>
                      <a:r>
                        <a:rPr lang="en-US" sz="2200" dirty="0"/>
                        <a:t>Hard Disk</a:t>
                      </a:r>
                    </a:p>
                  </a:txBody>
                  <a:tcPr/>
                </a:tc>
                <a:tc>
                  <a:txBody>
                    <a:bodyPr/>
                    <a:lstStyle/>
                    <a:p>
                      <a:r>
                        <a:rPr lang="en-US" sz="2200" dirty="0"/>
                        <a:t>Minimum 10 GB</a:t>
                      </a:r>
                    </a:p>
                  </a:txBody>
                  <a:tcPr/>
                </a:tc>
                <a:extLst>
                  <a:ext uri="{0D108BD9-81ED-4DB2-BD59-A6C34878D82A}">
                    <a16:rowId xmlns:a16="http://schemas.microsoft.com/office/drawing/2014/main" val="138055431"/>
                  </a:ext>
                </a:extLst>
              </a:tr>
            </a:tbl>
          </a:graphicData>
        </a:graphic>
      </p:graphicFrame>
      <p:sp>
        <p:nvSpPr>
          <p:cNvPr id="6" name="TextBox 5">
            <a:extLst>
              <a:ext uri="{FF2B5EF4-FFF2-40B4-BE49-F238E27FC236}">
                <a16:creationId xmlns:a16="http://schemas.microsoft.com/office/drawing/2014/main" id="{4773BB04-289F-CB7A-69CA-11B1C98E2A82}"/>
              </a:ext>
            </a:extLst>
          </p:cNvPr>
          <p:cNvSpPr txBox="1"/>
          <p:nvPr/>
        </p:nvSpPr>
        <p:spPr>
          <a:xfrm>
            <a:off x="692072" y="2199000"/>
            <a:ext cx="4775666" cy="584775"/>
          </a:xfrm>
          <a:prstGeom prst="rect">
            <a:avLst/>
          </a:prstGeom>
          <a:noFill/>
        </p:spPr>
        <p:txBody>
          <a:bodyPr wrap="none" rtlCol="0">
            <a:spAutoFit/>
          </a:bodyPr>
          <a:lstStyle/>
          <a:p>
            <a:r>
              <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rPr>
              <a:t>Hardware Requirement:- </a:t>
            </a:r>
          </a:p>
        </p:txBody>
      </p:sp>
      <p:sp>
        <p:nvSpPr>
          <p:cNvPr id="9" name="TextBox 8">
            <a:extLst>
              <a:ext uri="{FF2B5EF4-FFF2-40B4-BE49-F238E27FC236}">
                <a16:creationId xmlns:a16="http://schemas.microsoft.com/office/drawing/2014/main" id="{0D9B28D1-57BA-AD16-2D4F-28CB5D8F9078}"/>
              </a:ext>
            </a:extLst>
          </p:cNvPr>
          <p:cNvSpPr txBox="1"/>
          <p:nvPr/>
        </p:nvSpPr>
        <p:spPr>
          <a:xfrm>
            <a:off x="692072" y="5579235"/>
            <a:ext cx="4523995" cy="584775"/>
          </a:xfrm>
          <a:prstGeom prst="rect">
            <a:avLst/>
          </a:prstGeom>
          <a:noFill/>
        </p:spPr>
        <p:txBody>
          <a:bodyPr wrap="none" rtlCol="0">
            <a:spAutoFit/>
          </a:bodyPr>
          <a:lstStyle/>
          <a:p>
            <a:r>
              <a:rPr lang="en-IN" sz="3200" b="1">
                <a:latin typeface="Microsoft Sans Serif" panose="020B0604020202020204" pitchFamily="34" charset="0"/>
                <a:ea typeface="Microsoft Sans Serif" panose="020B0604020202020204" pitchFamily="34" charset="0"/>
                <a:cs typeface="Microsoft Sans Serif" panose="020B0604020202020204" pitchFamily="34" charset="0"/>
              </a:rPr>
              <a:t>Software Requirement:-</a:t>
            </a:r>
            <a:endParaRPr lang="en-IN" sz="3200" b="1"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graphicFrame>
        <p:nvGraphicFramePr>
          <p:cNvPr id="10" name="Table 9">
            <a:extLst>
              <a:ext uri="{FF2B5EF4-FFF2-40B4-BE49-F238E27FC236}">
                <a16:creationId xmlns:a16="http://schemas.microsoft.com/office/drawing/2014/main" id="{6D347308-976D-2357-D5A2-F976369E7B17}"/>
              </a:ext>
            </a:extLst>
          </p:cNvPr>
          <p:cNvGraphicFramePr>
            <a:graphicFrameLocks noGrp="1"/>
          </p:cNvGraphicFramePr>
          <p:nvPr>
            <p:extLst>
              <p:ext uri="{D42A27DB-BD31-4B8C-83A1-F6EECF244321}">
                <p14:modId xmlns:p14="http://schemas.microsoft.com/office/powerpoint/2010/main" val="2875299581"/>
              </p:ext>
            </p:extLst>
          </p:nvPr>
        </p:nvGraphicFramePr>
        <p:xfrm>
          <a:off x="692071" y="6212010"/>
          <a:ext cx="16044839" cy="3578488"/>
        </p:xfrm>
        <a:graphic>
          <a:graphicData uri="http://schemas.openxmlformats.org/drawingml/2006/table">
            <a:tbl>
              <a:tblPr firstRow="1" bandRow="1">
                <a:tableStyleId>{073A0DAA-6AF3-43AB-8588-CEC1D06C72B9}</a:tableStyleId>
              </a:tblPr>
              <a:tblGrid>
                <a:gridCol w="4030767">
                  <a:extLst>
                    <a:ext uri="{9D8B030D-6E8A-4147-A177-3AD203B41FA5}">
                      <a16:colId xmlns:a16="http://schemas.microsoft.com/office/drawing/2014/main" val="4076149303"/>
                    </a:ext>
                  </a:extLst>
                </a:gridCol>
                <a:gridCol w="12014072">
                  <a:extLst>
                    <a:ext uri="{9D8B030D-6E8A-4147-A177-3AD203B41FA5}">
                      <a16:colId xmlns:a16="http://schemas.microsoft.com/office/drawing/2014/main" val="1771964735"/>
                    </a:ext>
                  </a:extLst>
                </a:gridCol>
              </a:tblGrid>
              <a:tr h="447311">
                <a:tc>
                  <a:txBody>
                    <a:bodyPr/>
                    <a:lstStyle/>
                    <a:p>
                      <a:r>
                        <a:rPr lang="en-US" sz="2200" dirty="0"/>
                        <a:t>Specification</a:t>
                      </a:r>
                    </a:p>
                  </a:txBody>
                  <a:tcPr/>
                </a:tc>
                <a:tc>
                  <a:txBody>
                    <a:bodyPr/>
                    <a:lstStyle/>
                    <a:p>
                      <a:r>
                        <a:rPr lang="en-US" sz="2200" dirty="0"/>
                        <a:t>Required Value</a:t>
                      </a:r>
                    </a:p>
                  </a:txBody>
                  <a:tcPr/>
                </a:tc>
                <a:extLst>
                  <a:ext uri="{0D108BD9-81ED-4DB2-BD59-A6C34878D82A}">
                    <a16:rowId xmlns:a16="http://schemas.microsoft.com/office/drawing/2014/main" val="207213178"/>
                  </a:ext>
                </a:extLst>
              </a:tr>
              <a:tr h="447311">
                <a:tc>
                  <a:txBody>
                    <a:bodyPr/>
                    <a:lstStyle/>
                    <a:p>
                      <a:r>
                        <a:rPr lang="en-US" sz="2200" dirty="0"/>
                        <a:t>Operating System</a:t>
                      </a:r>
                    </a:p>
                  </a:txBody>
                  <a:tcPr/>
                </a:tc>
                <a:tc>
                  <a:txBody>
                    <a:bodyPr/>
                    <a:lstStyle/>
                    <a:p>
                      <a:r>
                        <a:rPr lang="en-US" sz="2200" dirty="0"/>
                        <a:t>Windows or Linux</a:t>
                      </a:r>
                    </a:p>
                  </a:txBody>
                  <a:tcPr/>
                </a:tc>
                <a:extLst>
                  <a:ext uri="{0D108BD9-81ED-4DB2-BD59-A6C34878D82A}">
                    <a16:rowId xmlns:a16="http://schemas.microsoft.com/office/drawing/2014/main" val="2024413495"/>
                  </a:ext>
                </a:extLst>
              </a:tr>
              <a:tr h="447311">
                <a:tc>
                  <a:txBody>
                    <a:bodyPr/>
                    <a:lstStyle/>
                    <a:p>
                      <a:r>
                        <a:rPr lang="en-US" sz="2200" dirty="0"/>
                        <a:t>Front end Tool</a:t>
                      </a:r>
                    </a:p>
                  </a:txBody>
                  <a:tcPr/>
                </a:tc>
                <a:tc>
                  <a:txBody>
                    <a:bodyPr/>
                    <a:lstStyle/>
                    <a:p>
                      <a:r>
                        <a:rPr lang="en-US" sz="2200" dirty="0"/>
                        <a:t>ReactJS (v18.2.0 or higher)</a:t>
                      </a:r>
                    </a:p>
                  </a:txBody>
                  <a:tcPr/>
                </a:tc>
                <a:extLst>
                  <a:ext uri="{0D108BD9-81ED-4DB2-BD59-A6C34878D82A}">
                    <a16:rowId xmlns:a16="http://schemas.microsoft.com/office/drawing/2014/main" val="2000175711"/>
                  </a:ext>
                </a:extLst>
              </a:tr>
              <a:tr h="447311">
                <a:tc>
                  <a:txBody>
                    <a:bodyPr/>
                    <a:lstStyle/>
                    <a:p>
                      <a:r>
                        <a:rPr lang="en-US" sz="2200" dirty="0"/>
                        <a:t>Backend Tool</a:t>
                      </a:r>
                    </a:p>
                  </a:txBody>
                  <a:tcPr/>
                </a:tc>
                <a:tc>
                  <a:txBody>
                    <a:bodyPr/>
                    <a:lstStyle/>
                    <a:p>
                      <a:r>
                        <a:rPr lang="en-US" sz="2200" dirty="0"/>
                        <a:t>NodeJS (v18.16.0 or higher)</a:t>
                      </a:r>
                    </a:p>
                  </a:txBody>
                  <a:tcPr/>
                </a:tc>
                <a:extLst>
                  <a:ext uri="{0D108BD9-81ED-4DB2-BD59-A6C34878D82A}">
                    <a16:rowId xmlns:a16="http://schemas.microsoft.com/office/drawing/2014/main" val="66904617"/>
                  </a:ext>
                </a:extLst>
              </a:tr>
              <a:tr h="447311">
                <a:tc>
                  <a:txBody>
                    <a:bodyPr/>
                    <a:lstStyle/>
                    <a:p>
                      <a:r>
                        <a:rPr lang="en-US" sz="2200" dirty="0"/>
                        <a:t>Database</a:t>
                      </a:r>
                    </a:p>
                  </a:txBody>
                  <a:tcPr/>
                </a:tc>
                <a:tc>
                  <a:txBody>
                    <a:bodyPr/>
                    <a:lstStyle/>
                    <a:p>
                      <a:r>
                        <a:rPr lang="en-US" sz="2200" dirty="0"/>
                        <a:t>MongoDB (v5.0.2 or higher)</a:t>
                      </a:r>
                    </a:p>
                  </a:txBody>
                  <a:tcPr/>
                </a:tc>
                <a:extLst>
                  <a:ext uri="{0D108BD9-81ED-4DB2-BD59-A6C34878D82A}">
                    <a16:rowId xmlns:a16="http://schemas.microsoft.com/office/drawing/2014/main" val="3563555909"/>
                  </a:ext>
                </a:extLst>
              </a:tr>
              <a:tr h="447311">
                <a:tc>
                  <a:txBody>
                    <a:bodyPr/>
                    <a:lstStyle/>
                    <a:p>
                      <a:r>
                        <a:rPr lang="en-US" sz="2200" dirty="0"/>
                        <a:t>Web Browser</a:t>
                      </a:r>
                    </a:p>
                  </a:txBody>
                  <a:tcPr/>
                </a:tc>
                <a:tc>
                  <a:txBody>
                    <a:bodyPr/>
                    <a:lstStyle/>
                    <a:p>
                      <a:r>
                        <a:rPr lang="en-US" sz="2200" dirty="0"/>
                        <a:t>Chrome, Microsoft Edge, Brave, Safari etc.</a:t>
                      </a:r>
                    </a:p>
                  </a:txBody>
                  <a:tcPr/>
                </a:tc>
                <a:extLst>
                  <a:ext uri="{0D108BD9-81ED-4DB2-BD59-A6C34878D82A}">
                    <a16:rowId xmlns:a16="http://schemas.microsoft.com/office/drawing/2014/main" val="1301883538"/>
                  </a:ext>
                </a:extLst>
              </a:tr>
              <a:tr h="447311">
                <a:tc>
                  <a:txBody>
                    <a:bodyPr/>
                    <a:lstStyle/>
                    <a:p>
                      <a:r>
                        <a:rPr lang="en-US" sz="2200" dirty="0"/>
                        <a:t>Development Tool</a:t>
                      </a:r>
                    </a:p>
                  </a:txBody>
                  <a:tcPr/>
                </a:tc>
                <a:tc>
                  <a:txBody>
                    <a:bodyPr/>
                    <a:lstStyle/>
                    <a:p>
                      <a:r>
                        <a:rPr lang="en-US" sz="2200" dirty="0"/>
                        <a:t>Visual Studio Code</a:t>
                      </a:r>
                    </a:p>
                  </a:txBody>
                  <a:tcPr/>
                </a:tc>
                <a:extLst>
                  <a:ext uri="{0D108BD9-81ED-4DB2-BD59-A6C34878D82A}">
                    <a16:rowId xmlns:a16="http://schemas.microsoft.com/office/drawing/2014/main" val="737252712"/>
                  </a:ext>
                </a:extLst>
              </a:tr>
              <a:tr h="447311">
                <a:tc>
                  <a:txBody>
                    <a:bodyPr/>
                    <a:lstStyle/>
                    <a:p>
                      <a:r>
                        <a:rPr lang="en-US" sz="2200" dirty="0"/>
                        <a:t>API Testing Tool</a:t>
                      </a:r>
                    </a:p>
                  </a:txBody>
                  <a:tcPr/>
                </a:tc>
                <a:tc>
                  <a:txBody>
                    <a:bodyPr/>
                    <a:lstStyle/>
                    <a:p>
                      <a:r>
                        <a:rPr lang="en-US" sz="2200" dirty="0"/>
                        <a:t>Postman</a:t>
                      </a:r>
                    </a:p>
                  </a:txBody>
                  <a:tcPr/>
                </a:tc>
                <a:extLst>
                  <a:ext uri="{0D108BD9-81ED-4DB2-BD59-A6C34878D82A}">
                    <a16:rowId xmlns:a16="http://schemas.microsoft.com/office/drawing/2014/main" val="207655956"/>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grpSp>
        <p:nvGrpSpPr>
          <p:cNvPr id="727" name="Google Shape;727;p12"/>
          <p:cNvGrpSpPr/>
          <p:nvPr/>
        </p:nvGrpSpPr>
        <p:grpSpPr>
          <a:xfrm>
            <a:off x="0" y="839520"/>
            <a:ext cx="6126120" cy="1037880"/>
            <a:chOff x="0" y="839520"/>
            <a:chExt cx="6126120" cy="1037880"/>
          </a:xfrm>
        </p:grpSpPr>
        <p:sp>
          <p:nvSpPr>
            <p:cNvPr id="728" name="Google Shape;728;p12"/>
            <p:cNvSpPr/>
            <p:nvPr/>
          </p:nvSpPr>
          <p:spPr>
            <a:xfrm>
              <a:off x="0" y="839520"/>
              <a:ext cx="560448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29" name="Google Shape;729;p12"/>
            <p:cNvSpPr/>
            <p:nvPr/>
          </p:nvSpPr>
          <p:spPr>
            <a:xfrm>
              <a:off x="5066280" y="839520"/>
              <a:ext cx="10598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30" name="Google Shape;730;p12"/>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Requirements Analysis</a:t>
            </a:r>
            <a:endParaRPr sz="4400" b="0" i="0" u="none" strike="noStrike" cap="none">
              <a:latin typeface="Arial"/>
              <a:ea typeface="Arial"/>
              <a:cs typeface="Arial"/>
              <a:sym typeface="Arial"/>
            </a:endParaRPr>
          </a:p>
        </p:txBody>
      </p:sp>
      <p:sp>
        <p:nvSpPr>
          <p:cNvPr id="732" name="Google Shape;732;p12"/>
          <p:cNvSpPr/>
          <p:nvPr/>
        </p:nvSpPr>
        <p:spPr>
          <a:xfrm>
            <a:off x="0" y="1849320"/>
            <a:ext cx="530316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33" name="Google Shape;733;p12"/>
          <p:cNvSpPr/>
          <p:nvPr/>
        </p:nvSpPr>
        <p:spPr>
          <a:xfrm>
            <a:off x="154080" y="1779120"/>
            <a:ext cx="496620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Users of the System</a:t>
            </a:r>
            <a:endParaRPr sz="3600" b="0" i="0" u="none" strike="noStrike" cap="none">
              <a:latin typeface="Arial"/>
              <a:ea typeface="Arial"/>
              <a:cs typeface="Arial"/>
              <a:sym typeface="Arial"/>
            </a:endParaRPr>
          </a:p>
        </p:txBody>
      </p:sp>
      <p:sp>
        <p:nvSpPr>
          <p:cNvPr id="734" name="Google Shape;734;p12"/>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2"/>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6" name="Google Shape;736;p12"/>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37" name="Google Shape;737;p12"/>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object 41">
            <a:extLst>
              <a:ext uri="{FF2B5EF4-FFF2-40B4-BE49-F238E27FC236}">
                <a16:creationId xmlns:a16="http://schemas.microsoft.com/office/drawing/2014/main" id="{C61A55BC-D800-CE23-3CD6-6BA5ACF95245}"/>
              </a:ext>
            </a:extLst>
          </p:cNvPr>
          <p:cNvSpPr/>
          <p:nvPr/>
        </p:nvSpPr>
        <p:spPr>
          <a:xfrm>
            <a:off x="365760" y="2788920"/>
            <a:ext cx="18104760" cy="3614860"/>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571500" indent="-571500" algn="just">
              <a:lnSpc>
                <a:spcPct val="115000"/>
              </a:lnSpc>
              <a:spcBef>
                <a:spcPts val="850"/>
              </a:spcBef>
              <a:spcAft>
                <a:spcPts val="850"/>
              </a:spcAft>
              <a:buFont typeface="Arial" panose="020B0604020202020204" pitchFamily="34" charset="0"/>
              <a:buChar char="•"/>
            </a:pPr>
            <a:r>
              <a:rPr lang="en-US" sz="3600" b="1"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Consumer: </a:t>
            </a:r>
            <a:r>
              <a:rPr lang="en-IN" sz="3600"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Individuals who are passionate about exploring and enjoying diverse, homemade culinary offerings.</a:t>
            </a:r>
            <a:endParaRPr lang="en-US" sz="3600" strike="noStrike" spc="-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571500" indent="-571500" algn="just">
              <a:lnSpc>
                <a:spcPct val="115000"/>
              </a:lnSpc>
              <a:spcBef>
                <a:spcPts val="850"/>
              </a:spcBef>
              <a:spcAft>
                <a:spcPts val="850"/>
              </a:spcAft>
              <a:buClr>
                <a:srgbClr val="000000"/>
              </a:buClr>
              <a:buFont typeface="Arial" panose="020B0604020202020204" pitchFamily="34" charset="0"/>
              <a:buChar char="•"/>
            </a:pPr>
            <a:endParaRPr lang="en-US" sz="3600" b="1" strike="noStrike"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571500" indent="-571500" algn="just">
              <a:lnSpc>
                <a:spcPct val="115000"/>
              </a:lnSpc>
              <a:spcBef>
                <a:spcPts val="850"/>
              </a:spcBef>
              <a:spcAft>
                <a:spcPts val="850"/>
              </a:spcAft>
              <a:buClr>
                <a:srgbClr val="000000"/>
              </a:buClr>
              <a:buFont typeface="Arial" panose="020B0604020202020204" pitchFamily="34" charset="0"/>
              <a:buChar char="•"/>
            </a:pPr>
            <a:r>
              <a:rPr lang="en-US" sz="3600" b="1" strike="noStrike" spc="-21"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Food Producer : </a:t>
            </a:r>
            <a:r>
              <a:rPr lang="en-IN" sz="3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Local chefs, home cooks, and culinary enthusiasts who want to showcase and sell </a:t>
            </a:r>
            <a:r>
              <a:rPr lang="en-IN" sz="36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6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their unique food items.</a:t>
            </a:r>
          </a:p>
        </p:txBody>
      </p:sp>
      <p:sp>
        <p:nvSpPr>
          <p:cNvPr id="3" name="Rectangle 2">
            <a:extLst>
              <a:ext uri="{FF2B5EF4-FFF2-40B4-BE49-F238E27FC236}">
                <a16:creationId xmlns:a16="http://schemas.microsoft.com/office/drawing/2014/main" id="{EB234FB3-4D47-F81E-4653-2291BC627E4E}"/>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741"/>
        <p:cNvGrpSpPr/>
        <p:nvPr/>
      </p:nvGrpSpPr>
      <p:grpSpPr>
        <a:xfrm>
          <a:off x="0" y="0"/>
          <a:ext cx="0" cy="0"/>
          <a:chOff x="0" y="0"/>
          <a:chExt cx="0" cy="0"/>
        </a:xfrm>
      </p:grpSpPr>
      <p:grpSp>
        <p:nvGrpSpPr>
          <p:cNvPr id="742" name="Google Shape;742;p13"/>
          <p:cNvGrpSpPr/>
          <p:nvPr/>
        </p:nvGrpSpPr>
        <p:grpSpPr>
          <a:xfrm>
            <a:off x="0" y="839520"/>
            <a:ext cx="6126120" cy="1037880"/>
            <a:chOff x="0" y="839520"/>
            <a:chExt cx="6126120" cy="1037880"/>
          </a:xfrm>
        </p:grpSpPr>
        <p:sp>
          <p:nvSpPr>
            <p:cNvPr id="743" name="Google Shape;743;p13"/>
            <p:cNvSpPr/>
            <p:nvPr/>
          </p:nvSpPr>
          <p:spPr>
            <a:xfrm>
              <a:off x="0" y="839520"/>
              <a:ext cx="560448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44" name="Google Shape;744;p13"/>
            <p:cNvSpPr/>
            <p:nvPr/>
          </p:nvSpPr>
          <p:spPr>
            <a:xfrm>
              <a:off x="5066280" y="839520"/>
              <a:ext cx="105984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45" name="Google Shape;745;p13"/>
          <p:cNvSpPr/>
          <p:nvPr/>
        </p:nvSpPr>
        <p:spPr>
          <a:xfrm>
            <a:off x="171360" y="957600"/>
            <a:ext cx="72039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Requirements Analysis</a:t>
            </a:r>
            <a:endParaRPr sz="4400" b="0" i="0" u="none" strike="noStrike" cap="none">
              <a:latin typeface="Arial"/>
              <a:ea typeface="Arial"/>
              <a:cs typeface="Arial"/>
              <a:sym typeface="Arial"/>
            </a:endParaRPr>
          </a:p>
        </p:txBody>
      </p:sp>
      <p:sp>
        <p:nvSpPr>
          <p:cNvPr id="747" name="Google Shape;747;p13"/>
          <p:cNvSpPr/>
          <p:nvPr/>
        </p:nvSpPr>
        <p:spPr>
          <a:xfrm>
            <a:off x="0" y="1849320"/>
            <a:ext cx="530316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48" name="Google Shape;748;p13"/>
          <p:cNvSpPr/>
          <p:nvPr/>
        </p:nvSpPr>
        <p:spPr>
          <a:xfrm>
            <a:off x="154080" y="1779120"/>
            <a:ext cx="496620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Functional Requirements</a:t>
            </a:r>
            <a:endParaRPr sz="3600" b="0" i="0" u="none" strike="noStrike" cap="none">
              <a:latin typeface="Arial"/>
              <a:ea typeface="Arial"/>
              <a:cs typeface="Arial"/>
              <a:sym typeface="Arial"/>
            </a:endParaRPr>
          </a:p>
        </p:txBody>
      </p:sp>
      <p:sp>
        <p:nvSpPr>
          <p:cNvPr id="749" name="Google Shape;749;p13"/>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13"/>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13"/>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52" name="Google Shape;752;p13"/>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TextBox 2">
            <a:extLst>
              <a:ext uri="{FF2B5EF4-FFF2-40B4-BE49-F238E27FC236}">
                <a16:creationId xmlns:a16="http://schemas.microsoft.com/office/drawing/2014/main" id="{BCEA2317-81E0-6C53-AC89-0895F1A77453}"/>
              </a:ext>
            </a:extLst>
          </p:cNvPr>
          <p:cNvSpPr txBox="1"/>
          <p:nvPr/>
        </p:nvSpPr>
        <p:spPr>
          <a:xfrm>
            <a:off x="452776" y="2677319"/>
            <a:ext cx="18261944" cy="5078313"/>
          </a:xfrm>
          <a:prstGeom prst="rect">
            <a:avLst/>
          </a:prstGeom>
          <a:noFill/>
        </p:spPr>
        <p:txBody>
          <a:bodyPr wrap="square" rtlCol="0">
            <a:spAutoFit/>
          </a:bodyPr>
          <a:lstStyle/>
          <a:p>
            <a:r>
              <a:rPr lang="en-IN" sz="3600" b="1"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User Profiles: </a:t>
            </a:r>
            <a:r>
              <a:rPr lang="en-IN" sz="3600" b="0" i="0" dirty="0">
                <a:effectLst/>
                <a:latin typeface="Microsoft Sans Serif" panose="020B0604020202020204" pitchFamily="34" charset="0"/>
                <a:ea typeface="Microsoft Sans Serif" panose="020B0604020202020204" pitchFamily="34" charset="0"/>
                <a:cs typeface="Microsoft Sans Serif" panose="020B0604020202020204" pitchFamily="34" charset="0"/>
              </a:rPr>
              <a:t>Creation of profiles for food producers and consumers.</a:t>
            </a:r>
          </a:p>
          <a:p>
            <a:endPar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rPr>
              <a:t>Listings</a:t>
            </a:r>
            <a:r>
              <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rPr>
              <a:t>: Producers can showcase offerings of food items with detailed information. </a:t>
            </a:r>
          </a:p>
          <a:p>
            <a:endPar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rPr>
              <a:t>Messaging</a:t>
            </a:r>
            <a:r>
              <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rPr>
              <a:t>: Users engage in direct communication with producers.</a:t>
            </a:r>
          </a:p>
          <a:p>
            <a:endPar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rPr>
              <a:t>Reviews and Ratings</a:t>
            </a:r>
            <a:r>
              <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rPr>
              <a:t>: Robust system for transparency and trust.</a:t>
            </a:r>
          </a:p>
          <a:p>
            <a:endPar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600" b="1" dirty="0">
                <a:latin typeface="Microsoft Sans Serif" panose="020B0604020202020204" pitchFamily="34" charset="0"/>
                <a:ea typeface="Microsoft Sans Serif" panose="020B0604020202020204" pitchFamily="34" charset="0"/>
                <a:cs typeface="Microsoft Sans Serif" panose="020B0604020202020204" pitchFamily="34" charset="0"/>
              </a:rPr>
              <a:t>Payment Integration</a:t>
            </a:r>
            <a:r>
              <a:rPr lang="en-IN" sz="3600" dirty="0">
                <a:latin typeface="Microsoft Sans Serif" panose="020B0604020202020204" pitchFamily="34" charset="0"/>
                <a:ea typeface="Microsoft Sans Serif" panose="020B0604020202020204" pitchFamily="34" charset="0"/>
                <a:cs typeface="Microsoft Sans Serif" panose="020B0604020202020204" pitchFamily="34" charset="0"/>
              </a:rPr>
              <a:t>: Secure transactions supporting various methods.</a:t>
            </a:r>
          </a:p>
        </p:txBody>
      </p:sp>
      <p:sp>
        <p:nvSpPr>
          <p:cNvPr id="4" name="Rectangle 3">
            <a:extLst>
              <a:ext uri="{FF2B5EF4-FFF2-40B4-BE49-F238E27FC236}">
                <a16:creationId xmlns:a16="http://schemas.microsoft.com/office/drawing/2014/main" id="{47F8AE68-E2D3-4E24-5BF6-248A63958CAF}"/>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2920"/>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a:solidFill>
                  <a:srgbClr val="FFFFFF"/>
                </a:solidFill>
                <a:latin typeface="Calibri"/>
                <a:ea typeface="Calibri"/>
                <a:cs typeface="Calibri"/>
                <a:sym typeface="Calibri"/>
              </a:rPr>
              <a:t>Requirements Analysis</a:t>
            </a:r>
            <a:endParaRPr sz="4400" b="0" i="0" u="none" strike="noStrike" cap="none">
              <a:latin typeface="Arial"/>
              <a:ea typeface="Arial"/>
              <a:cs typeface="Arial"/>
              <a:sym typeface="Arial"/>
            </a:endParaRPr>
          </a:p>
        </p:txBody>
      </p:sp>
      <p:sp>
        <p:nvSpPr>
          <p:cNvPr id="762" name="Google Shape;762;p14"/>
          <p:cNvSpPr/>
          <p:nvPr/>
        </p:nvSpPr>
        <p:spPr>
          <a:xfrm>
            <a:off x="0" y="1849320"/>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sp>
      <p:sp>
        <p:nvSpPr>
          <p:cNvPr id="763" name="Google Shape;763;p14"/>
          <p:cNvSpPr/>
          <p:nvPr/>
        </p:nvSpPr>
        <p:spPr>
          <a:xfrm>
            <a:off x="154080" y="1779120"/>
            <a:ext cx="5789160" cy="561600"/>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i="0" u="none" strike="noStrike" cap="none">
                <a:solidFill>
                  <a:srgbClr val="FFFFFF"/>
                </a:solidFill>
                <a:latin typeface="Calibri"/>
                <a:ea typeface="Calibri"/>
                <a:cs typeface="Calibri"/>
                <a:sym typeface="Calibri"/>
              </a:rPr>
              <a:t>Non Functional Requirements</a:t>
            </a:r>
            <a:endParaRPr sz="3600" b="0" i="0" u="none" strike="noStrike" cap="none">
              <a:latin typeface="Arial"/>
              <a:ea typeface="Arial"/>
              <a:cs typeface="Arial"/>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3" name="object 73">
            <a:extLst>
              <a:ext uri="{FF2B5EF4-FFF2-40B4-BE49-F238E27FC236}">
                <a16:creationId xmlns:a16="http://schemas.microsoft.com/office/drawing/2014/main" id="{8EC6917E-72CE-EA4E-DCF3-FC7DD43765AF}"/>
              </a:ext>
            </a:extLst>
          </p:cNvPr>
          <p:cNvSpPr/>
          <p:nvPr/>
        </p:nvSpPr>
        <p:spPr>
          <a:xfrm>
            <a:off x="365760" y="2743200"/>
            <a:ext cx="18104760" cy="5209334"/>
          </a:xfrm>
          <a:prstGeom prst="rect">
            <a:avLst/>
          </a:prstGeom>
          <a:noFill/>
          <a:ln w="0">
            <a:noFill/>
          </a:ln>
        </p:spPr>
        <p:style>
          <a:lnRef idx="0">
            <a:scrgbClr r="0" g="0" b="0"/>
          </a:lnRef>
          <a:fillRef idx="0">
            <a:scrgbClr r="0" g="0" b="0"/>
          </a:fillRef>
          <a:effectRef idx="0">
            <a:scrgbClr r="0" g="0" b="0"/>
          </a:effectRef>
          <a:fontRef idx="minor"/>
        </p:style>
        <p:txBody>
          <a:bodyPr lIns="0" tIns="5040" rIns="0" bIns="0" anchor="t">
            <a:spAutoFit/>
          </a:bodyPr>
          <a:lstStyle/>
          <a:p>
            <a:pPr marL="12600" indent="-216000" algn="just">
              <a:lnSpc>
                <a:spcPct val="115000"/>
              </a:lnSpc>
              <a:spcBef>
                <a:spcPts val="850"/>
              </a:spcBef>
              <a:spcAft>
                <a:spcPts val="850"/>
              </a:spcAft>
              <a:buClr>
                <a:srgbClr val="000000"/>
              </a:buClr>
              <a:buFont typeface="Symbol"/>
              <a:buChar char=""/>
            </a:pPr>
            <a:r>
              <a:rPr lang="en-US" sz="3500" b="1" dirty="0">
                <a:latin typeface="Microsoft Sans Serif" panose="020B0604020202020204" pitchFamily="34" charset="0"/>
                <a:ea typeface="Microsoft Sans Serif" panose="020B0604020202020204" pitchFamily="34" charset="0"/>
                <a:cs typeface="Microsoft Sans Serif" panose="020B0604020202020204" pitchFamily="34" charset="0"/>
              </a:rPr>
              <a:t> Performance :  </a:t>
            </a:r>
            <a:r>
              <a:rPr lang="en-IN" sz="3500" dirty="0">
                <a:latin typeface="Microsoft Sans Serif" panose="020B0604020202020204" pitchFamily="34" charset="0"/>
                <a:ea typeface="Microsoft Sans Serif" panose="020B0604020202020204" pitchFamily="34" charset="0"/>
                <a:cs typeface="Microsoft Sans Serif" panose="020B0604020202020204" pitchFamily="34" charset="0"/>
              </a:rPr>
              <a:t>The platform should have low latency and fast response times, ensuring a smooth and efficient user experience even during peak usage periods.</a:t>
            </a:r>
          </a:p>
          <a:p>
            <a:pPr marL="12600" indent="-216000" algn="just">
              <a:lnSpc>
                <a:spcPct val="115000"/>
              </a:lnSpc>
              <a:spcBef>
                <a:spcPts val="850"/>
              </a:spcBef>
              <a:spcAft>
                <a:spcPts val="850"/>
              </a:spcAft>
              <a:buClr>
                <a:srgbClr val="000000"/>
              </a:buClr>
              <a:buFont typeface="Symbol"/>
              <a:buChar char=""/>
            </a:pPr>
            <a:endParaRPr lang="en-IN" sz="35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US" sz="3500" b="1" dirty="0">
                <a:latin typeface="Microsoft Sans Serif" panose="020B0604020202020204" pitchFamily="34" charset="0"/>
                <a:ea typeface="Microsoft Sans Serif" panose="020B0604020202020204" pitchFamily="34" charset="0"/>
                <a:cs typeface="Microsoft Sans Serif" panose="020B0604020202020204" pitchFamily="34" charset="0"/>
              </a:rPr>
              <a:t>Scalability:</a:t>
            </a:r>
            <a:r>
              <a:rPr lang="en-US" sz="3500" dirty="0">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IN" sz="3500" dirty="0">
                <a:latin typeface="Microsoft Sans Serif" panose="020B0604020202020204" pitchFamily="34" charset="0"/>
                <a:ea typeface="Microsoft Sans Serif" panose="020B0604020202020204" pitchFamily="34" charset="0"/>
                <a:cs typeface="Microsoft Sans Serif" panose="020B0604020202020204" pitchFamily="34" charset="0"/>
              </a:rPr>
              <a:t>Design the system to be scalable, allowing it to handle a growing number of users, listings of item and transactions without compromising performance.</a:t>
            </a:r>
          </a:p>
          <a:p>
            <a:pPr marL="12600" indent="-216000" algn="just">
              <a:lnSpc>
                <a:spcPct val="115000"/>
              </a:lnSpc>
              <a:spcBef>
                <a:spcPts val="850"/>
              </a:spcBef>
              <a:spcAft>
                <a:spcPts val="850"/>
              </a:spcAft>
              <a:buClr>
                <a:srgbClr val="000000"/>
              </a:buClr>
              <a:buFont typeface="Symbol"/>
              <a:buChar char=""/>
            </a:pPr>
            <a:endParaRPr lang="en-IN" sz="35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12600" indent="-216000" algn="just">
              <a:lnSpc>
                <a:spcPct val="115000"/>
              </a:lnSpc>
              <a:spcBef>
                <a:spcPts val="850"/>
              </a:spcBef>
              <a:spcAft>
                <a:spcPts val="850"/>
              </a:spcAft>
              <a:buClr>
                <a:srgbClr val="000000"/>
              </a:buClr>
              <a:buFont typeface="Symbol"/>
              <a:buChar char=""/>
            </a:pPr>
            <a:r>
              <a:rPr lang="en-US" sz="3500" b="0" strike="noStrike" spc="-21" dirty="0">
                <a:solidFill>
                  <a:srgbClr val="000000"/>
                </a:solidFill>
                <a:latin typeface="Microsoft Sans Serif" panose="020B0604020202020204" pitchFamily="34" charset="0"/>
                <a:ea typeface="Microsoft Sans Serif" panose="020B0604020202020204" pitchFamily="34" charset="0"/>
                <a:cs typeface="Microsoft Sans Serif" panose="020B0604020202020204" pitchFamily="34" charset="0"/>
              </a:rPr>
              <a:t> </a:t>
            </a:r>
            <a:r>
              <a:rPr lang="en-US" sz="3500" b="1" dirty="0">
                <a:latin typeface="Microsoft Sans Serif" panose="020B0604020202020204" pitchFamily="34" charset="0"/>
                <a:ea typeface="Microsoft Sans Serif" panose="020B0604020202020204" pitchFamily="34" charset="0"/>
                <a:cs typeface="Microsoft Sans Serif" panose="020B0604020202020204" pitchFamily="34" charset="0"/>
              </a:rPr>
              <a:t>Security: </a:t>
            </a:r>
            <a:r>
              <a:rPr lang="en-IN" sz="3500" dirty="0">
                <a:latin typeface="Microsoft Sans Serif" panose="020B0604020202020204" pitchFamily="34" charset="0"/>
                <a:ea typeface="Microsoft Sans Serif" panose="020B0604020202020204" pitchFamily="34" charset="0"/>
                <a:cs typeface="Microsoft Sans Serif" panose="020B0604020202020204" pitchFamily="34" charset="0"/>
              </a:rPr>
              <a:t>Implement robust encryption and authentication to safeguard user data.</a:t>
            </a:r>
          </a:p>
        </p:txBody>
      </p:sp>
      <p:sp>
        <p:nvSpPr>
          <p:cNvPr id="2" name="Rectangle 1">
            <a:extLst>
              <a:ext uri="{FF2B5EF4-FFF2-40B4-BE49-F238E27FC236}">
                <a16:creationId xmlns:a16="http://schemas.microsoft.com/office/drawing/2014/main" id="{606F4EED-D9A1-9EAC-22C7-D6460BF410C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System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Architecture diagram</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437C1FAA-8B8E-1FB3-12E3-DBABEB317650}"/>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Rectangle 2">
            <a:extLst>
              <a:ext uri="{FF2B5EF4-FFF2-40B4-BE49-F238E27FC236}">
                <a16:creationId xmlns:a16="http://schemas.microsoft.com/office/drawing/2014/main" id="{D5B8D4CE-FA94-EF57-DCE2-1052CA61CA50}"/>
              </a:ext>
            </a:extLst>
          </p:cNvPr>
          <p:cNvSpPr/>
          <p:nvPr/>
        </p:nvSpPr>
        <p:spPr>
          <a:xfrm>
            <a:off x="15988" y="9853879"/>
            <a:ext cx="18978337" cy="76389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TextBox 3">
            <a:extLst>
              <a:ext uri="{FF2B5EF4-FFF2-40B4-BE49-F238E27FC236}">
                <a16:creationId xmlns:a16="http://schemas.microsoft.com/office/drawing/2014/main" id="{86D3D957-52E0-6CC7-15E6-6662C0254DEB}"/>
              </a:ext>
            </a:extLst>
          </p:cNvPr>
          <p:cNvSpPr txBox="1"/>
          <p:nvPr/>
        </p:nvSpPr>
        <p:spPr>
          <a:xfrm>
            <a:off x="9677400" y="1203960"/>
            <a:ext cx="3002280" cy="523220"/>
          </a:xfrm>
          <a:prstGeom prst="rect">
            <a:avLst/>
          </a:prstGeom>
          <a:noFill/>
        </p:spPr>
        <p:txBody>
          <a:bodyPr wrap="square" rtlCol="0">
            <a:spAutoFit/>
          </a:bodyPr>
          <a:lstStyle/>
          <a:p>
            <a:r>
              <a:rPr lang="en-IN" dirty="0"/>
              <a:t>Message Provider remove</a:t>
            </a:r>
          </a:p>
          <a:p>
            <a:r>
              <a:rPr lang="en-IN" dirty="0"/>
              <a:t>Rate and review item</a:t>
            </a:r>
          </a:p>
        </p:txBody>
      </p:sp>
      <p:pic>
        <p:nvPicPr>
          <p:cNvPr id="9" name="Picture 8">
            <a:extLst>
              <a:ext uri="{FF2B5EF4-FFF2-40B4-BE49-F238E27FC236}">
                <a16:creationId xmlns:a16="http://schemas.microsoft.com/office/drawing/2014/main" id="{38E3C5D1-AEA3-E035-99C2-600CC6CF4938}"/>
              </a:ext>
            </a:extLst>
          </p:cNvPr>
          <p:cNvPicPr>
            <a:picLocks noChangeAspect="1"/>
          </p:cNvPicPr>
          <p:nvPr/>
        </p:nvPicPr>
        <p:blipFill>
          <a:blip r:embed="rId3"/>
          <a:stretch>
            <a:fillRect/>
          </a:stretch>
        </p:blipFill>
        <p:spPr>
          <a:xfrm>
            <a:off x="171360" y="3075600"/>
            <a:ext cx="18154198" cy="6188486"/>
          </a:xfrm>
          <a:prstGeom prst="rect">
            <a:avLst/>
          </a:prstGeom>
        </p:spPr>
      </p:pic>
    </p:spTree>
    <p:extLst>
      <p:ext uri="{BB962C8B-B14F-4D97-AF65-F5344CB8AC3E}">
        <p14:creationId xmlns:p14="http://schemas.microsoft.com/office/powerpoint/2010/main" val="28564478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0" y="839520"/>
            <a:ext cx="6674760"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71360" y="957600"/>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dirty="0">
                <a:solidFill>
                  <a:srgbClr val="FFFFFF"/>
                </a:solidFill>
                <a:latin typeface="Calibri"/>
                <a:cs typeface="Calibri"/>
                <a:sym typeface="Calibri"/>
              </a:rPr>
              <a:t>Detailed Design</a:t>
            </a:r>
            <a:endParaRPr sz="4400" b="0" i="0" u="none" strike="noStrike" cap="none" dirty="0">
              <a:latin typeface="Arial"/>
              <a:ea typeface="Arial"/>
              <a:cs typeface="Arial"/>
              <a:sym typeface="Arial"/>
            </a:endParaRPr>
          </a:p>
        </p:txBody>
      </p:sp>
      <p:sp>
        <p:nvSpPr>
          <p:cNvPr id="762" name="Google Shape;762;p14"/>
          <p:cNvSpPr/>
          <p:nvPr/>
        </p:nvSpPr>
        <p:spPr>
          <a:xfrm>
            <a:off x="0" y="1850229"/>
            <a:ext cx="6126120" cy="619200"/>
          </a:xfrm>
          <a:custGeom>
            <a:avLst/>
            <a:gdLst/>
            <a:ahLst/>
            <a:cxnLst/>
            <a:rect l="l" t="t" r="r" b="b"/>
            <a:pathLst>
              <a:path w="1909445" h="437514" extrusionOk="0">
                <a:moveTo>
                  <a:pt x="1690241" y="0"/>
                </a:moveTo>
                <a:lnTo>
                  <a:pt x="0" y="0"/>
                </a:lnTo>
                <a:lnTo>
                  <a:pt x="0" y="437154"/>
                </a:lnTo>
                <a:lnTo>
                  <a:pt x="1690241" y="437154"/>
                </a:lnTo>
                <a:lnTo>
                  <a:pt x="1740359" y="431381"/>
                </a:lnTo>
                <a:lnTo>
                  <a:pt x="1786366" y="414937"/>
                </a:lnTo>
                <a:lnTo>
                  <a:pt x="1826950" y="389135"/>
                </a:lnTo>
                <a:lnTo>
                  <a:pt x="1860800" y="355285"/>
                </a:lnTo>
                <a:lnTo>
                  <a:pt x="1886602" y="314701"/>
                </a:lnTo>
                <a:lnTo>
                  <a:pt x="1903046" y="268694"/>
                </a:lnTo>
                <a:lnTo>
                  <a:pt x="1908818" y="218577"/>
                </a:lnTo>
                <a:lnTo>
                  <a:pt x="1903046" y="168459"/>
                </a:lnTo>
                <a:lnTo>
                  <a:pt x="1886602" y="122452"/>
                </a:lnTo>
                <a:lnTo>
                  <a:pt x="1860800" y="81868"/>
                </a:lnTo>
                <a:lnTo>
                  <a:pt x="1826950" y="48018"/>
                </a:lnTo>
                <a:lnTo>
                  <a:pt x="1786366" y="22216"/>
                </a:lnTo>
                <a:lnTo>
                  <a:pt x="1740359" y="5772"/>
                </a:lnTo>
                <a:lnTo>
                  <a:pt x="1690241" y="0"/>
                </a:lnTo>
                <a:close/>
              </a:path>
            </a:pathLst>
          </a:custGeom>
          <a:solidFill>
            <a:srgbClr val="FFA001"/>
          </a:solidFill>
          <a:ln>
            <a:noFill/>
          </a:ln>
        </p:spPr>
        <p:txBody>
          <a:bodyPr/>
          <a:lstStyle/>
          <a:p>
            <a:endParaRPr lang="en-IN" dirty="0"/>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IN" sz="3600" b="1" i="0" dirty="0">
                <a:solidFill>
                  <a:schemeClr val="bg1"/>
                </a:solidFill>
                <a:effectLst/>
                <a:latin typeface="Calibri" panose="020F0502020204030204" pitchFamily="34" charset="0"/>
                <a:cs typeface="Calibri" panose="020F0502020204030204" pitchFamily="34" charset="0"/>
              </a:rPr>
              <a:t>Use case diagram</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C5127BB6-CD21-BA5A-BD8D-1C75BB486522}"/>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 name="Picture 9">
            <a:extLst>
              <a:ext uri="{FF2B5EF4-FFF2-40B4-BE49-F238E27FC236}">
                <a16:creationId xmlns:a16="http://schemas.microsoft.com/office/drawing/2014/main" id="{A0927F7B-6FC2-B3F4-E470-991FD4A5B2A1}"/>
              </a:ext>
            </a:extLst>
          </p:cNvPr>
          <p:cNvPicPr>
            <a:picLocks noChangeAspect="1"/>
          </p:cNvPicPr>
          <p:nvPr/>
        </p:nvPicPr>
        <p:blipFill>
          <a:blip r:embed="rId3"/>
          <a:stretch>
            <a:fillRect/>
          </a:stretch>
        </p:blipFill>
        <p:spPr>
          <a:xfrm>
            <a:off x="6929222" y="714583"/>
            <a:ext cx="9895055" cy="8853470"/>
          </a:xfrm>
          <a:prstGeom prst="rect">
            <a:avLst/>
          </a:prstGeom>
        </p:spPr>
      </p:pic>
    </p:spTree>
    <p:extLst>
      <p:ext uri="{BB962C8B-B14F-4D97-AF65-F5344CB8AC3E}">
        <p14:creationId xmlns:p14="http://schemas.microsoft.com/office/powerpoint/2010/main" val="13431933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1" y="839520"/>
            <a:ext cx="7218947"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58580" y="965763"/>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Arial"/>
                <a:cs typeface="Calibri"/>
                <a:sym typeface="Calibri"/>
              </a:rPr>
              <a:t>Implementation Screenshots</a:t>
            </a:r>
            <a:endParaRPr sz="4400" b="0" i="0" u="none" strike="noStrike" cap="none" dirty="0">
              <a:latin typeface="Arial"/>
              <a:ea typeface="Arial"/>
              <a:cs typeface="Arial"/>
              <a:sym typeface="Arial"/>
            </a:endParaRPr>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u="none" strike="noStrike" cap="none" dirty="0">
                <a:solidFill>
                  <a:schemeClr val="bg1"/>
                </a:solidFill>
                <a:latin typeface="Calibri" panose="020F0502020204030204" pitchFamily="34" charset="0"/>
                <a:cs typeface="Calibri" panose="020F0502020204030204" pitchFamily="34" charset="0"/>
                <a:sym typeface="Arial"/>
              </a:rPr>
              <a:t>0 level D</a:t>
            </a:r>
            <a:r>
              <a:rPr lang="en-IN" sz="3600" b="1" u="none" strike="noStrike" cap="none" dirty="0">
                <a:solidFill>
                  <a:schemeClr val="bg1"/>
                </a:solidFill>
                <a:latin typeface="Calibri" panose="020F0502020204030204" pitchFamily="34" charset="0"/>
                <a:cs typeface="Calibri" panose="020F0502020204030204" pitchFamily="34" charset="0"/>
                <a:sym typeface="Arial"/>
              </a:rPr>
              <a:t>FD</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8E41E526-E7E6-D8F4-9A5B-876832463876}"/>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ectangle 3">
            <a:extLst>
              <a:ext uri="{FF2B5EF4-FFF2-40B4-BE49-F238E27FC236}">
                <a16:creationId xmlns:a16="http://schemas.microsoft.com/office/drawing/2014/main" id="{0AF86F05-ECEE-610B-3F41-869A1AF5A99A}"/>
              </a:ext>
            </a:extLst>
          </p:cNvPr>
          <p:cNvSpPr/>
          <p:nvPr/>
        </p:nvSpPr>
        <p:spPr>
          <a:xfrm>
            <a:off x="152400" y="98907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6" name="Picture 5">
            <a:extLst>
              <a:ext uri="{FF2B5EF4-FFF2-40B4-BE49-F238E27FC236}">
                <a16:creationId xmlns:a16="http://schemas.microsoft.com/office/drawing/2014/main" id="{1435262B-94D6-080A-EB1B-4B0EB08A1ADF}"/>
              </a:ext>
            </a:extLst>
          </p:cNvPr>
          <p:cNvPicPr>
            <a:picLocks noChangeAspect="1"/>
          </p:cNvPicPr>
          <p:nvPr/>
        </p:nvPicPr>
        <p:blipFill>
          <a:blip r:embed="rId3"/>
          <a:stretch>
            <a:fillRect/>
          </a:stretch>
        </p:blipFill>
        <p:spPr>
          <a:xfrm>
            <a:off x="721564" y="2478273"/>
            <a:ext cx="15966236" cy="7321720"/>
          </a:xfrm>
          <a:prstGeom prst="rect">
            <a:avLst/>
          </a:prstGeom>
        </p:spPr>
      </p:pic>
    </p:spTree>
    <p:extLst>
      <p:ext uri="{BB962C8B-B14F-4D97-AF65-F5344CB8AC3E}">
        <p14:creationId xmlns:p14="http://schemas.microsoft.com/office/powerpoint/2010/main" val="25551069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1" y="839520"/>
            <a:ext cx="7218947"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58580" y="965763"/>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Arial"/>
                <a:cs typeface="Calibri"/>
                <a:sym typeface="Calibri"/>
              </a:rPr>
              <a:t>Implementation Screenshots</a:t>
            </a:r>
            <a:endParaRPr sz="4400" b="0" i="0" u="none" strike="noStrike" cap="none" dirty="0">
              <a:latin typeface="Arial"/>
              <a:ea typeface="Arial"/>
              <a:cs typeface="Arial"/>
              <a:sym typeface="Arial"/>
            </a:endParaRPr>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u="none" strike="noStrike" cap="none" dirty="0">
                <a:solidFill>
                  <a:schemeClr val="bg1"/>
                </a:solidFill>
                <a:latin typeface="Calibri" panose="020F0502020204030204" pitchFamily="34" charset="0"/>
                <a:cs typeface="Calibri" panose="020F0502020204030204" pitchFamily="34" charset="0"/>
                <a:sym typeface="Arial"/>
              </a:rPr>
              <a:t>0 level D</a:t>
            </a:r>
            <a:r>
              <a:rPr lang="en-IN" sz="3600" b="1" u="none" strike="noStrike" cap="none" dirty="0">
                <a:solidFill>
                  <a:schemeClr val="bg1"/>
                </a:solidFill>
                <a:latin typeface="Calibri" panose="020F0502020204030204" pitchFamily="34" charset="0"/>
                <a:cs typeface="Calibri" panose="020F0502020204030204" pitchFamily="34" charset="0"/>
                <a:sym typeface="Arial"/>
              </a:rPr>
              <a:t>FD</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AF9E564F-ABD1-5147-77CE-8CD2FE36FF0A}"/>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5" name="Picture 4">
            <a:extLst>
              <a:ext uri="{FF2B5EF4-FFF2-40B4-BE49-F238E27FC236}">
                <a16:creationId xmlns:a16="http://schemas.microsoft.com/office/drawing/2014/main" id="{18D39E7C-777F-0EBA-3090-31D7E1E1678B}"/>
              </a:ext>
            </a:extLst>
          </p:cNvPr>
          <p:cNvPicPr>
            <a:picLocks noChangeAspect="1"/>
          </p:cNvPicPr>
          <p:nvPr/>
        </p:nvPicPr>
        <p:blipFill>
          <a:blip r:embed="rId3"/>
          <a:stretch>
            <a:fillRect/>
          </a:stretch>
        </p:blipFill>
        <p:spPr>
          <a:xfrm>
            <a:off x="721564" y="2421873"/>
            <a:ext cx="15783356" cy="7246185"/>
          </a:xfrm>
          <a:prstGeom prst="rect">
            <a:avLst/>
          </a:prstGeom>
        </p:spPr>
      </p:pic>
    </p:spTree>
    <p:extLst>
      <p:ext uri="{BB962C8B-B14F-4D97-AF65-F5344CB8AC3E}">
        <p14:creationId xmlns:p14="http://schemas.microsoft.com/office/powerpoint/2010/main" val="39410298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1" y="839520"/>
            <a:ext cx="7218947"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58580" y="965763"/>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Arial"/>
                <a:cs typeface="Calibri"/>
                <a:sym typeface="Calibri"/>
              </a:rPr>
              <a:t>Implementation Screenshots</a:t>
            </a:r>
            <a:endParaRPr sz="4400" b="0" i="0" u="none" strike="noStrike" cap="none" dirty="0">
              <a:latin typeface="Arial"/>
              <a:ea typeface="Arial"/>
              <a:cs typeface="Arial"/>
              <a:sym typeface="Arial"/>
            </a:endParaRPr>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u="none" strike="noStrike" cap="none" dirty="0">
                <a:solidFill>
                  <a:schemeClr val="bg1"/>
                </a:solidFill>
                <a:latin typeface="Calibri" panose="020F0502020204030204" pitchFamily="34" charset="0"/>
                <a:cs typeface="Calibri" panose="020F0502020204030204" pitchFamily="34" charset="0"/>
                <a:sym typeface="Arial"/>
              </a:rPr>
              <a:t>0 level D</a:t>
            </a:r>
            <a:r>
              <a:rPr lang="en-IN" sz="3600" b="1" u="none" strike="noStrike" cap="none" dirty="0">
                <a:solidFill>
                  <a:schemeClr val="bg1"/>
                </a:solidFill>
                <a:latin typeface="Calibri" panose="020F0502020204030204" pitchFamily="34" charset="0"/>
                <a:cs typeface="Calibri" panose="020F0502020204030204" pitchFamily="34" charset="0"/>
                <a:sym typeface="Arial"/>
              </a:rPr>
              <a:t>FD</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EF9DD8EF-D84B-A3CF-94EB-297217ADDEBF}"/>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5" name="Picture 4">
            <a:extLst>
              <a:ext uri="{FF2B5EF4-FFF2-40B4-BE49-F238E27FC236}">
                <a16:creationId xmlns:a16="http://schemas.microsoft.com/office/drawing/2014/main" id="{617400AF-AA8A-C073-961B-C1B1F6F6667C}"/>
              </a:ext>
            </a:extLst>
          </p:cNvPr>
          <p:cNvPicPr>
            <a:picLocks noChangeAspect="1"/>
          </p:cNvPicPr>
          <p:nvPr/>
        </p:nvPicPr>
        <p:blipFill>
          <a:blip r:embed="rId3"/>
          <a:stretch>
            <a:fillRect/>
          </a:stretch>
        </p:blipFill>
        <p:spPr>
          <a:xfrm>
            <a:off x="721564" y="2373873"/>
            <a:ext cx="14441151" cy="6591871"/>
          </a:xfrm>
          <a:prstGeom prst="rect">
            <a:avLst/>
          </a:prstGeom>
        </p:spPr>
      </p:pic>
    </p:spTree>
    <p:extLst>
      <p:ext uri="{BB962C8B-B14F-4D97-AF65-F5344CB8AC3E}">
        <p14:creationId xmlns:p14="http://schemas.microsoft.com/office/powerpoint/2010/main" val="18919443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1" y="839520"/>
            <a:ext cx="7218947"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58580" y="965763"/>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Arial"/>
                <a:cs typeface="Calibri"/>
                <a:sym typeface="Calibri"/>
              </a:rPr>
              <a:t>Implementation Screenshots</a:t>
            </a:r>
            <a:endParaRPr sz="4400" b="0" i="0" u="none" strike="noStrike" cap="none" dirty="0">
              <a:latin typeface="Arial"/>
              <a:ea typeface="Arial"/>
              <a:cs typeface="Arial"/>
              <a:sym typeface="Arial"/>
            </a:endParaRPr>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u="none" strike="noStrike" cap="none" dirty="0">
                <a:solidFill>
                  <a:schemeClr val="bg1"/>
                </a:solidFill>
                <a:latin typeface="Calibri" panose="020F0502020204030204" pitchFamily="34" charset="0"/>
                <a:cs typeface="Calibri" panose="020F0502020204030204" pitchFamily="34" charset="0"/>
                <a:sym typeface="Arial"/>
              </a:rPr>
              <a:t>0 level D</a:t>
            </a:r>
            <a:r>
              <a:rPr lang="en-IN" sz="3600" b="1" u="none" strike="noStrike" cap="none" dirty="0">
                <a:solidFill>
                  <a:schemeClr val="bg1"/>
                </a:solidFill>
                <a:latin typeface="Calibri" panose="020F0502020204030204" pitchFamily="34" charset="0"/>
                <a:cs typeface="Calibri" panose="020F0502020204030204" pitchFamily="34" charset="0"/>
                <a:sym typeface="Arial"/>
              </a:rPr>
              <a:t>FD</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DC6FE588-58B4-3A0D-8DF5-0107D629059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0ACA725D-1B4A-69AE-7508-52F6E9A821D2}"/>
              </a:ext>
            </a:extLst>
          </p:cNvPr>
          <p:cNvPicPr>
            <a:picLocks noChangeAspect="1"/>
          </p:cNvPicPr>
          <p:nvPr/>
        </p:nvPicPr>
        <p:blipFill>
          <a:blip r:embed="rId3"/>
          <a:stretch>
            <a:fillRect/>
          </a:stretch>
        </p:blipFill>
        <p:spPr>
          <a:xfrm>
            <a:off x="491150" y="2285914"/>
            <a:ext cx="14631668" cy="7795936"/>
          </a:xfrm>
          <a:prstGeom prst="rect">
            <a:avLst/>
          </a:prstGeom>
        </p:spPr>
      </p:pic>
    </p:spTree>
    <p:extLst>
      <p:ext uri="{BB962C8B-B14F-4D97-AF65-F5344CB8AC3E}">
        <p14:creationId xmlns:p14="http://schemas.microsoft.com/office/powerpoint/2010/main" val="39893122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1" y="839520"/>
            <a:ext cx="7218947"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58580" y="965763"/>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Arial"/>
                <a:cs typeface="Calibri"/>
                <a:sym typeface="Calibri"/>
              </a:rPr>
              <a:t>Implementation Screenshots</a:t>
            </a:r>
            <a:endParaRPr sz="4400" b="0" i="0" u="none" strike="noStrike" cap="none" dirty="0">
              <a:latin typeface="Arial"/>
              <a:ea typeface="Arial"/>
              <a:cs typeface="Arial"/>
              <a:sym typeface="Arial"/>
            </a:endParaRPr>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u="none" strike="noStrike" cap="none" dirty="0">
                <a:solidFill>
                  <a:schemeClr val="bg1"/>
                </a:solidFill>
                <a:latin typeface="Calibri" panose="020F0502020204030204" pitchFamily="34" charset="0"/>
                <a:cs typeface="Calibri" panose="020F0502020204030204" pitchFamily="34" charset="0"/>
                <a:sym typeface="Arial"/>
              </a:rPr>
              <a:t>0 level D</a:t>
            </a:r>
            <a:r>
              <a:rPr lang="en-IN" sz="3600" b="1" u="none" strike="noStrike" cap="none" dirty="0">
                <a:solidFill>
                  <a:schemeClr val="bg1"/>
                </a:solidFill>
                <a:latin typeface="Calibri" panose="020F0502020204030204" pitchFamily="34" charset="0"/>
                <a:cs typeface="Calibri" panose="020F0502020204030204" pitchFamily="34" charset="0"/>
                <a:sym typeface="Arial"/>
              </a:rPr>
              <a:t>FD</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DC6FE588-58B4-3A0D-8DF5-0107D629059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4" name="Picture 3">
            <a:extLst>
              <a:ext uri="{FF2B5EF4-FFF2-40B4-BE49-F238E27FC236}">
                <a16:creationId xmlns:a16="http://schemas.microsoft.com/office/drawing/2014/main" id="{B7646F57-7D90-E820-1F74-171BE85FA756}"/>
              </a:ext>
            </a:extLst>
          </p:cNvPr>
          <p:cNvPicPr>
            <a:picLocks noChangeAspect="1"/>
          </p:cNvPicPr>
          <p:nvPr/>
        </p:nvPicPr>
        <p:blipFill>
          <a:blip r:embed="rId3"/>
          <a:stretch>
            <a:fillRect/>
          </a:stretch>
        </p:blipFill>
        <p:spPr>
          <a:xfrm>
            <a:off x="585321" y="2218014"/>
            <a:ext cx="15664552" cy="7298539"/>
          </a:xfrm>
          <a:prstGeom prst="rect">
            <a:avLst/>
          </a:prstGeom>
        </p:spPr>
      </p:pic>
    </p:spTree>
    <p:extLst>
      <p:ext uri="{BB962C8B-B14F-4D97-AF65-F5344CB8AC3E}">
        <p14:creationId xmlns:p14="http://schemas.microsoft.com/office/powerpoint/2010/main" val="16970116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1" y="839520"/>
            <a:ext cx="7218947"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58580" y="965763"/>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Arial"/>
                <a:cs typeface="Calibri"/>
                <a:sym typeface="Calibri"/>
              </a:rPr>
              <a:t>Implementation Screenshots</a:t>
            </a:r>
            <a:endParaRPr sz="4400" b="0" i="0" u="none" strike="noStrike" cap="none" dirty="0">
              <a:latin typeface="Arial"/>
              <a:ea typeface="Arial"/>
              <a:cs typeface="Arial"/>
              <a:sym typeface="Arial"/>
            </a:endParaRPr>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u="none" strike="noStrike" cap="none" dirty="0">
                <a:solidFill>
                  <a:schemeClr val="bg1"/>
                </a:solidFill>
                <a:latin typeface="Calibri" panose="020F0502020204030204" pitchFamily="34" charset="0"/>
                <a:cs typeface="Calibri" panose="020F0502020204030204" pitchFamily="34" charset="0"/>
                <a:sym typeface="Arial"/>
              </a:rPr>
              <a:t>0 level D</a:t>
            </a:r>
            <a:r>
              <a:rPr lang="en-IN" sz="3600" b="1" u="none" strike="noStrike" cap="none" dirty="0">
                <a:solidFill>
                  <a:schemeClr val="bg1"/>
                </a:solidFill>
                <a:latin typeface="Calibri" panose="020F0502020204030204" pitchFamily="34" charset="0"/>
                <a:cs typeface="Calibri" panose="020F0502020204030204" pitchFamily="34" charset="0"/>
                <a:sym typeface="Arial"/>
              </a:rPr>
              <a:t>FD</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DC6FE588-58B4-3A0D-8DF5-0107D629059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5" name="Picture 4">
            <a:extLst>
              <a:ext uri="{FF2B5EF4-FFF2-40B4-BE49-F238E27FC236}">
                <a16:creationId xmlns:a16="http://schemas.microsoft.com/office/drawing/2014/main" id="{1964BD9B-6495-AF53-36E8-A1AF8228E496}"/>
              </a:ext>
            </a:extLst>
          </p:cNvPr>
          <p:cNvPicPr>
            <a:picLocks noChangeAspect="1"/>
          </p:cNvPicPr>
          <p:nvPr/>
        </p:nvPicPr>
        <p:blipFill>
          <a:blip r:embed="rId3"/>
          <a:stretch>
            <a:fillRect/>
          </a:stretch>
        </p:blipFill>
        <p:spPr>
          <a:xfrm>
            <a:off x="418580" y="2186267"/>
            <a:ext cx="14631668" cy="7803556"/>
          </a:xfrm>
          <a:prstGeom prst="rect">
            <a:avLst/>
          </a:prstGeom>
        </p:spPr>
      </p:pic>
    </p:spTree>
    <p:extLst>
      <p:ext uri="{BB962C8B-B14F-4D97-AF65-F5344CB8AC3E}">
        <p14:creationId xmlns:p14="http://schemas.microsoft.com/office/powerpoint/2010/main" val="34409956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1" y="839520"/>
            <a:ext cx="7218947"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58580" y="965763"/>
            <a:ext cx="7783560" cy="56672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3600" b="1" i="0" u="none" strike="noStrike" cap="none" dirty="0">
                <a:solidFill>
                  <a:srgbClr val="FFFFFF"/>
                </a:solidFill>
                <a:latin typeface="Calibri" panose="020F0502020204030204" pitchFamily="34" charset="0"/>
                <a:ea typeface="Calibri" panose="020F0502020204030204" pitchFamily="34" charset="0"/>
                <a:cs typeface="Calibri" panose="020F0502020204030204" pitchFamily="34" charset="0"/>
                <a:sym typeface="Calibri"/>
              </a:rPr>
              <a:t>Project Progress</a:t>
            </a:r>
            <a:endParaRPr sz="3600" b="0" i="0" u="none" strike="noStrike" cap="none" dirty="0">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u="none" strike="noStrike" cap="none" dirty="0">
                <a:solidFill>
                  <a:schemeClr val="bg1"/>
                </a:solidFill>
                <a:latin typeface="Calibri" panose="020F0502020204030204" pitchFamily="34" charset="0"/>
                <a:ea typeface="Calibri" panose="020F0502020204030204" pitchFamily="34" charset="0"/>
                <a:cs typeface="Calibri" panose="020F0502020204030204" pitchFamily="34" charset="0"/>
                <a:sym typeface="Arial"/>
              </a:rPr>
              <a:t>0 level D</a:t>
            </a:r>
            <a:r>
              <a:rPr lang="en-IN" sz="3600" b="1" u="none" strike="noStrike" cap="none" dirty="0">
                <a:solidFill>
                  <a:schemeClr val="bg1"/>
                </a:solidFill>
                <a:latin typeface="Calibri" panose="020F0502020204030204" pitchFamily="34" charset="0"/>
                <a:ea typeface="Calibri" panose="020F0502020204030204" pitchFamily="34" charset="0"/>
                <a:cs typeface="Calibri" panose="020F0502020204030204" pitchFamily="34" charset="0"/>
                <a:sym typeface="Arial"/>
              </a:rPr>
              <a:t>FD</a:t>
            </a:r>
            <a:endParaRPr lang="en-US" sz="3600" b="1" i="0" u="none" strike="noStrike" cap="none" dirty="0">
              <a:solidFill>
                <a:schemeClr val="bg1"/>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3600">
              <a:latin typeface="Calibri" panose="020F0502020204030204" pitchFamily="34" charset="0"/>
              <a:ea typeface="Calibri" panose="020F0502020204030204" pitchFamily="34" charset="0"/>
              <a:cs typeface="Calibri" panose="020F0502020204030204" pitchFamily="34" charset="0"/>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3600">
              <a:latin typeface="Calibri" panose="020F0502020204030204" pitchFamily="34" charset="0"/>
              <a:ea typeface="Calibri" panose="020F0502020204030204" pitchFamily="34" charset="0"/>
              <a:cs typeface="Calibri" panose="020F0502020204030204" pitchFamily="34" charset="0"/>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600" b="1">
                <a:solidFill>
                  <a:schemeClr val="lt1"/>
                </a:solidFill>
                <a:latin typeface="Calibri" panose="020F0502020204030204" pitchFamily="34" charset="0"/>
                <a:ea typeface="Calibri" panose="020F0502020204030204" pitchFamily="34" charset="0"/>
                <a:cs typeface="Calibri" panose="020F0502020204030204" pitchFamily="34" charset="0"/>
                <a:sym typeface="Calibri"/>
              </a:rPr>
              <a:t>    Semester III</a:t>
            </a:r>
            <a:endParaRPr sz="3600" b="1">
              <a:solidFill>
                <a:schemeClr val="lt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 name="Rectangle 1">
            <a:extLst>
              <a:ext uri="{FF2B5EF4-FFF2-40B4-BE49-F238E27FC236}">
                <a16:creationId xmlns:a16="http://schemas.microsoft.com/office/drawing/2014/main" id="{DC6FE588-58B4-3A0D-8DF5-0107D629059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3600">
              <a:latin typeface="Calibri" panose="020F0502020204030204" pitchFamily="34" charset="0"/>
              <a:ea typeface="Calibri" panose="020F0502020204030204" pitchFamily="34" charset="0"/>
              <a:cs typeface="Calibri" panose="020F0502020204030204" pitchFamily="34" charset="0"/>
            </a:endParaRPr>
          </a:p>
        </p:txBody>
      </p:sp>
      <p:sp>
        <p:nvSpPr>
          <p:cNvPr id="3" name="TextBox 2">
            <a:extLst>
              <a:ext uri="{FF2B5EF4-FFF2-40B4-BE49-F238E27FC236}">
                <a16:creationId xmlns:a16="http://schemas.microsoft.com/office/drawing/2014/main" id="{67C4290E-AE7A-C1D5-D518-37049A4B7656}"/>
              </a:ext>
            </a:extLst>
          </p:cNvPr>
          <p:cNvSpPr txBox="1"/>
          <p:nvPr/>
        </p:nvSpPr>
        <p:spPr>
          <a:xfrm>
            <a:off x="731520" y="2773680"/>
            <a:ext cx="17114520" cy="7017306"/>
          </a:xfrm>
          <a:prstGeom prst="rect">
            <a:avLst/>
          </a:prstGeom>
          <a:noFill/>
        </p:spPr>
        <p:txBody>
          <a:bodyPr wrap="square" rtlCol="0">
            <a:spAutoFit/>
          </a:bodyPr>
          <a:lstStyle/>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Backend</a:t>
            </a: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Authentication</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Register</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Login</a:t>
            </a:r>
          </a:p>
          <a:p>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Item</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Add Item</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Delete Item</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Get Item</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Get Items</a:t>
            </a:r>
          </a:p>
          <a:p>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Users</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Delete User</a:t>
            </a:r>
          </a:p>
          <a:p>
            <a:pPr marL="457200" indent="-4572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Get User</a:t>
            </a:r>
          </a:p>
          <a:p>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
        <p:nvSpPr>
          <p:cNvPr id="4" name="TextBox 3">
            <a:extLst>
              <a:ext uri="{FF2B5EF4-FFF2-40B4-BE49-F238E27FC236}">
                <a16:creationId xmlns:a16="http://schemas.microsoft.com/office/drawing/2014/main" id="{8DE2E100-2806-225D-B3EB-26C7C011C6CD}"/>
              </a:ext>
            </a:extLst>
          </p:cNvPr>
          <p:cNvSpPr txBox="1"/>
          <p:nvPr/>
        </p:nvSpPr>
        <p:spPr>
          <a:xfrm>
            <a:off x="6286500" y="2698541"/>
            <a:ext cx="6004560" cy="3323987"/>
          </a:xfrm>
          <a:prstGeom prst="rect">
            <a:avLst/>
          </a:prstGeom>
          <a:noFill/>
        </p:spPr>
        <p:txBody>
          <a:bodyPr wrap="square" rtlCol="0">
            <a:spAutoFit/>
          </a:bodyPr>
          <a:lstStyle/>
          <a:p>
            <a:r>
              <a:rPr lang="en-IN" sz="3000" b="1" dirty="0">
                <a:latin typeface="Microsoft Sans Serif" panose="020B0604020202020204" pitchFamily="34" charset="0"/>
                <a:ea typeface="Microsoft Sans Serif" panose="020B0604020202020204" pitchFamily="34" charset="0"/>
                <a:cs typeface="Microsoft Sans Serif" panose="020B0604020202020204" pitchFamily="34" charset="0"/>
              </a:rPr>
              <a:t>Frontend</a:t>
            </a:r>
          </a:p>
          <a:p>
            <a:pPr marL="571500" indent="-5715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Login Page</a:t>
            </a:r>
          </a:p>
          <a:p>
            <a:pPr marL="571500" indent="-5715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Registration Page</a:t>
            </a:r>
          </a:p>
          <a:p>
            <a:pPr marL="571500" indent="-5715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Home Page</a:t>
            </a:r>
          </a:p>
          <a:p>
            <a:pPr marL="571500" indent="-571500">
              <a:buFont typeface="Arial" panose="020B0604020202020204" pitchFamily="34" charset="0"/>
              <a:buChar char="•"/>
            </a:pPr>
            <a:r>
              <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rPr>
              <a:t>Item Page with functionality of filtering items</a:t>
            </a:r>
          </a:p>
          <a:p>
            <a:endParaRPr lang="en-IN" sz="3000" dirty="0">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4034226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pSp>
        <p:nvGrpSpPr>
          <p:cNvPr id="757" name="Google Shape;757;p14"/>
          <p:cNvGrpSpPr/>
          <p:nvPr/>
        </p:nvGrpSpPr>
        <p:grpSpPr>
          <a:xfrm>
            <a:off x="-1" y="839520"/>
            <a:ext cx="7218947" cy="1037880"/>
            <a:chOff x="0" y="839520"/>
            <a:chExt cx="6674760" cy="1037880"/>
          </a:xfrm>
        </p:grpSpPr>
        <p:sp>
          <p:nvSpPr>
            <p:cNvPr id="758" name="Google Shape;758;p14"/>
            <p:cNvSpPr/>
            <p:nvPr/>
          </p:nvSpPr>
          <p:spPr>
            <a:xfrm>
              <a:off x="0" y="839520"/>
              <a:ext cx="6106320" cy="1037880"/>
            </a:xfrm>
            <a:custGeom>
              <a:avLst/>
              <a:gdLst/>
              <a:ahLst/>
              <a:cxnLst/>
              <a:rect l="l" t="t" r="r" b="b"/>
              <a:pathLst>
                <a:path w="3844925" h="439420" extrusionOk="0">
                  <a:moveTo>
                    <a:pt x="0" y="439204"/>
                  </a:moveTo>
                  <a:lnTo>
                    <a:pt x="3844798" y="439204"/>
                  </a:lnTo>
                  <a:lnTo>
                    <a:pt x="3844798" y="0"/>
                  </a:lnTo>
                  <a:lnTo>
                    <a:pt x="0" y="0"/>
                  </a:lnTo>
                  <a:lnTo>
                    <a:pt x="0" y="439204"/>
                  </a:lnTo>
                  <a:close/>
                </a:path>
              </a:pathLst>
            </a:custGeom>
            <a:solidFill>
              <a:srgbClr val="00A0EF"/>
            </a:solidFill>
            <a:ln>
              <a:noFill/>
            </a:ln>
          </p:spPr>
        </p:sp>
        <p:sp>
          <p:nvSpPr>
            <p:cNvPr id="759" name="Google Shape;759;p14"/>
            <p:cNvSpPr/>
            <p:nvPr/>
          </p:nvSpPr>
          <p:spPr>
            <a:xfrm>
              <a:off x="5519880" y="839520"/>
              <a:ext cx="1154880" cy="1037880"/>
            </a:xfrm>
            <a:custGeom>
              <a:avLst/>
              <a:gdLst/>
              <a:ahLst/>
              <a:cxnLst/>
              <a:rect l="l" t="t" r="r" b="b"/>
              <a:pathLst>
                <a:path w="439420" h="439420" extrusionOk="0">
                  <a:moveTo>
                    <a:pt x="219595" y="0"/>
                  </a:moveTo>
                  <a:lnTo>
                    <a:pt x="175337" y="4461"/>
                  </a:lnTo>
                  <a:lnTo>
                    <a:pt x="134116" y="17257"/>
                  </a:lnTo>
                  <a:lnTo>
                    <a:pt x="96815" y="37505"/>
                  </a:lnTo>
                  <a:lnTo>
                    <a:pt x="64315" y="64320"/>
                  </a:lnTo>
                  <a:lnTo>
                    <a:pt x="37502" y="96820"/>
                  </a:lnTo>
                  <a:lnTo>
                    <a:pt x="17256" y="134122"/>
                  </a:lnTo>
                  <a:lnTo>
                    <a:pt x="4461" y="175341"/>
                  </a:lnTo>
                  <a:lnTo>
                    <a:pt x="0" y="219595"/>
                  </a:lnTo>
                  <a:lnTo>
                    <a:pt x="4461" y="263854"/>
                  </a:lnTo>
                  <a:lnTo>
                    <a:pt x="17256" y="305076"/>
                  </a:lnTo>
                  <a:lnTo>
                    <a:pt x="37502" y="342380"/>
                  </a:lnTo>
                  <a:lnTo>
                    <a:pt x="64315" y="374881"/>
                  </a:lnTo>
                  <a:lnTo>
                    <a:pt x="96815" y="401698"/>
                  </a:lnTo>
                  <a:lnTo>
                    <a:pt x="134116" y="421945"/>
                  </a:lnTo>
                  <a:lnTo>
                    <a:pt x="175337" y="434742"/>
                  </a:lnTo>
                  <a:lnTo>
                    <a:pt x="219595" y="439204"/>
                  </a:lnTo>
                  <a:lnTo>
                    <a:pt x="263854" y="434742"/>
                  </a:lnTo>
                  <a:lnTo>
                    <a:pt x="305076" y="421945"/>
                  </a:lnTo>
                  <a:lnTo>
                    <a:pt x="342380" y="401698"/>
                  </a:lnTo>
                  <a:lnTo>
                    <a:pt x="374881" y="374881"/>
                  </a:lnTo>
                  <a:lnTo>
                    <a:pt x="401698" y="342380"/>
                  </a:lnTo>
                  <a:lnTo>
                    <a:pt x="421945" y="305076"/>
                  </a:lnTo>
                  <a:lnTo>
                    <a:pt x="434742" y="263854"/>
                  </a:lnTo>
                  <a:lnTo>
                    <a:pt x="439204" y="219595"/>
                  </a:lnTo>
                  <a:lnTo>
                    <a:pt x="434742" y="175341"/>
                  </a:lnTo>
                  <a:lnTo>
                    <a:pt x="421945" y="134122"/>
                  </a:lnTo>
                  <a:lnTo>
                    <a:pt x="401698" y="96820"/>
                  </a:lnTo>
                  <a:lnTo>
                    <a:pt x="374881" y="64320"/>
                  </a:lnTo>
                  <a:lnTo>
                    <a:pt x="342380" y="37505"/>
                  </a:lnTo>
                  <a:lnTo>
                    <a:pt x="305076" y="17257"/>
                  </a:lnTo>
                  <a:lnTo>
                    <a:pt x="263854" y="4461"/>
                  </a:lnTo>
                  <a:lnTo>
                    <a:pt x="219595" y="0"/>
                  </a:lnTo>
                  <a:close/>
                </a:path>
              </a:pathLst>
            </a:custGeom>
            <a:solidFill>
              <a:srgbClr val="00A0EF"/>
            </a:solidFill>
            <a:ln>
              <a:noFill/>
            </a:ln>
          </p:spPr>
        </p:sp>
      </p:grpSp>
      <p:sp>
        <p:nvSpPr>
          <p:cNvPr id="760" name="Google Shape;760;p14"/>
          <p:cNvSpPr/>
          <p:nvPr/>
        </p:nvSpPr>
        <p:spPr>
          <a:xfrm>
            <a:off x="158580" y="965763"/>
            <a:ext cx="7783560" cy="689831"/>
          </a:xfrm>
          <a:prstGeom prst="rect">
            <a:avLst/>
          </a:prstGeom>
          <a:noFill/>
          <a:ln>
            <a:noFill/>
          </a:ln>
        </p:spPr>
        <p:txBody>
          <a:bodyPr spcFirstLastPara="1" wrap="square" lIns="0" tIns="12600" rIns="0" bIns="0" anchor="t" anchorCtr="0">
            <a:spAutoFit/>
          </a:bodyPr>
          <a:lstStyle/>
          <a:p>
            <a:pPr marL="12600" marR="0" lvl="0" indent="0" algn="l" rtl="0">
              <a:lnSpc>
                <a:spcPct val="100000"/>
              </a:lnSpc>
              <a:spcBef>
                <a:spcPts val="0"/>
              </a:spcBef>
              <a:spcAft>
                <a:spcPts val="0"/>
              </a:spcAft>
              <a:buClr>
                <a:srgbClr val="FFFFFF"/>
              </a:buClr>
              <a:buSzPts val="4400"/>
              <a:buFont typeface="Calibri"/>
              <a:buNone/>
            </a:pPr>
            <a:r>
              <a:rPr lang="en-US" sz="4400" b="1" i="0" u="none" strike="noStrike" cap="none" dirty="0">
                <a:solidFill>
                  <a:srgbClr val="FFFFFF"/>
                </a:solidFill>
                <a:latin typeface="Calibri"/>
                <a:ea typeface="Arial"/>
                <a:cs typeface="Calibri"/>
                <a:sym typeface="Calibri"/>
              </a:rPr>
              <a:t>Application in Real World</a:t>
            </a:r>
            <a:endParaRPr sz="4400" b="0" i="0" u="none" strike="noStrike" cap="none" dirty="0">
              <a:latin typeface="Arial"/>
              <a:ea typeface="Arial"/>
              <a:cs typeface="Arial"/>
              <a:sym typeface="Arial"/>
            </a:endParaRPr>
          </a:p>
        </p:txBody>
      </p:sp>
      <p:sp>
        <p:nvSpPr>
          <p:cNvPr id="763" name="Google Shape;763;p14"/>
          <p:cNvSpPr/>
          <p:nvPr/>
        </p:nvSpPr>
        <p:spPr>
          <a:xfrm>
            <a:off x="158580" y="1807152"/>
            <a:ext cx="5789160" cy="566721"/>
          </a:xfrm>
          <a:prstGeom prst="rect">
            <a:avLst/>
          </a:prstGeom>
          <a:noFill/>
          <a:ln>
            <a:noFill/>
          </a:ln>
        </p:spPr>
        <p:txBody>
          <a:bodyPr spcFirstLastPara="1" wrap="square" lIns="0" tIns="12600" rIns="0" bIns="0" anchor="ctr" anchorCtr="0">
            <a:spAutoFit/>
          </a:bodyPr>
          <a:lstStyle/>
          <a:p>
            <a:pPr marL="12600" marR="0" lvl="0" indent="0" algn="l" rtl="0">
              <a:lnSpc>
                <a:spcPct val="100000"/>
              </a:lnSpc>
              <a:spcBef>
                <a:spcPts val="0"/>
              </a:spcBef>
              <a:spcAft>
                <a:spcPts val="0"/>
              </a:spcAft>
              <a:buClr>
                <a:srgbClr val="FFFFFF"/>
              </a:buClr>
              <a:buSzPts val="3600"/>
              <a:buFont typeface="Calibri"/>
              <a:buNone/>
            </a:pPr>
            <a:r>
              <a:rPr lang="en-US" sz="3600" b="1" u="none" strike="noStrike" cap="none" dirty="0">
                <a:solidFill>
                  <a:schemeClr val="bg1"/>
                </a:solidFill>
                <a:latin typeface="Calibri" panose="020F0502020204030204" pitchFamily="34" charset="0"/>
                <a:cs typeface="Calibri" panose="020F0502020204030204" pitchFamily="34" charset="0"/>
                <a:sym typeface="Arial"/>
              </a:rPr>
              <a:t>0 level D</a:t>
            </a:r>
            <a:r>
              <a:rPr lang="en-IN" sz="3600" b="1" u="none" strike="noStrike" cap="none" dirty="0">
                <a:solidFill>
                  <a:schemeClr val="bg1"/>
                </a:solidFill>
                <a:latin typeface="Calibri" panose="020F0502020204030204" pitchFamily="34" charset="0"/>
                <a:cs typeface="Calibri" panose="020F0502020204030204" pitchFamily="34" charset="0"/>
                <a:sym typeface="Arial"/>
              </a:rPr>
              <a:t>FD</a:t>
            </a:r>
            <a:endParaRPr lang="en-US" sz="3600" b="1" i="0" u="none" strike="noStrike" cap="none" dirty="0">
              <a:solidFill>
                <a:schemeClr val="bg1"/>
              </a:solidFill>
              <a:latin typeface="Calibri" panose="020F0502020204030204" pitchFamily="34" charset="0"/>
              <a:cs typeface="Calibri" panose="020F0502020204030204" pitchFamily="34" charset="0"/>
              <a:sym typeface="Arial"/>
            </a:endParaRPr>
          </a:p>
        </p:txBody>
      </p:sp>
      <p:sp>
        <p:nvSpPr>
          <p:cNvPr id="764" name="Google Shape;764;p14"/>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5" name="Google Shape;765;p14"/>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6" name="Google Shape;766;p14"/>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67" name="Google Shape;767;p14"/>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DC6FE588-58B4-3A0D-8DF5-0107D6290594}"/>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D828C5FB-93BD-0969-0281-F7DC4308E1D8}"/>
              </a:ext>
            </a:extLst>
          </p:cNvPr>
          <p:cNvSpPr txBox="1"/>
          <p:nvPr/>
        </p:nvSpPr>
        <p:spPr>
          <a:xfrm>
            <a:off x="351692" y="2625969"/>
            <a:ext cx="17139139" cy="3539430"/>
          </a:xfrm>
          <a:prstGeom prst="rect">
            <a:avLst/>
          </a:prstGeom>
          <a:noFill/>
        </p:spPr>
        <p:txBody>
          <a:bodyPr wrap="square" rtlCol="0">
            <a:spAutoFit/>
          </a:bodyPr>
          <a:lstStyle/>
          <a:p>
            <a:pPr marL="571500" indent="-571500"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In the real world, </a:t>
            </a:r>
            <a:r>
              <a:rPr lang="en-IN" sz="3200" b="1"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Taste of Home</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 provides a platform for discovering and sharing authentic homemade 	food, bringing the comfort of home-cooked meals to users.</a:t>
            </a:r>
          </a:p>
          <a:p>
            <a:pPr marL="571500" indent="-571500" algn="l">
              <a:buFont typeface="Arial" panose="020B0604020202020204" pitchFamily="34" charset="0"/>
              <a:buChar char="•"/>
            </a:pPr>
            <a:endParaRPr lang="en-IN" sz="3200" b="0" i="0" dirty="0">
              <a:solidFill>
                <a:srgbClr val="CECAC3"/>
              </a:solidFill>
              <a:effectLst/>
              <a:latin typeface="Microsoft Sans Serif" panose="020B0604020202020204" pitchFamily="34" charset="0"/>
              <a:ea typeface="Microsoft Sans Serif" panose="020B0604020202020204" pitchFamily="34" charset="0"/>
              <a:cs typeface="Microsoft Sans Serif" panose="020B0604020202020204" pitchFamily="34" charset="0"/>
            </a:endParaRPr>
          </a:p>
          <a:p>
            <a:pPr marL="571500" indent="-571500" algn="l">
              <a:buFont typeface="Arial" panose="020B0604020202020204" pitchFamily="34" charset="0"/>
              <a:buChar char="•"/>
            </a:pP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It </a:t>
            </a:r>
            <a:r>
              <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rPr>
              <a:t>c</a:t>
            </a:r>
            <a:r>
              <a:rPr lang="en-IN" sz="3200" b="0" i="0" dirty="0">
                <a:solidFill>
                  <a:schemeClr val="tx1"/>
                </a:solidFill>
                <a:effectLst/>
                <a:latin typeface="Microsoft Sans Serif" panose="020B0604020202020204" pitchFamily="34" charset="0"/>
                <a:ea typeface="Microsoft Sans Serif" panose="020B0604020202020204" pitchFamily="34" charset="0"/>
                <a:cs typeface="Microsoft Sans Serif" panose="020B0604020202020204" pitchFamily="34" charset="0"/>
              </a:rPr>
              <a:t>ontribute to a more sustainable and localized food supply chain, promoting environmental responsibility and reducing the carbon footprint associated with food production and distribution.</a:t>
            </a:r>
          </a:p>
          <a:p>
            <a:pPr marL="571500" indent="-571500">
              <a:buFont typeface="Arial" panose="020B0604020202020204" pitchFamily="34" charset="0"/>
              <a:buChar char="•"/>
            </a:pPr>
            <a:endParaRPr lang="en-IN" sz="3200" dirty="0">
              <a:solidFill>
                <a:schemeClr val="tx1"/>
              </a:solidFill>
              <a:latin typeface="Microsoft Sans Serif"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19516964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784"/>
        <p:cNvGrpSpPr/>
        <p:nvPr/>
      </p:nvGrpSpPr>
      <p:grpSpPr>
        <a:xfrm>
          <a:off x="0" y="0"/>
          <a:ext cx="0" cy="0"/>
          <a:chOff x="0" y="0"/>
          <a:chExt cx="0" cy="0"/>
        </a:xfrm>
      </p:grpSpPr>
      <p:sp>
        <p:nvSpPr>
          <p:cNvPr id="785" name="Google Shape;785;p16"/>
          <p:cNvSpPr/>
          <p:nvPr/>
        </p:nvSpPr>
        <p:spPr>
          <a:xfrm>
            <a:off x="1920240" y="3647160"/>
            <a:ext cx="14812920" cy="1109880"/>
          </a:xfrm>
          <a:prstGeom prst="rect">
            <a:avLst/>
          </a:prstGeom>
          <a:noFill/>
          <a:ln>
            <a:noFill/>
          </a:ln>
        </p:spPr>
        <p:txBody>
          <a:bodyPr spcFirstLastPara="1" wrap="square" lIns="0" tIns="12600" rIns="0" bIns="0" anchor="t" anchorCtr="0">
            <a:spAutoFit/>
          </a:bodyPr>
          <a:lstStyle/>
          <a:p>
            <a:pPr marL="1222920" marR="0" lvl="0" indent="-1211040" algn="ctr" rtl="0">
              <a:lnSpc>
                <a:spcPct val="100000"/>
              </a:lnSpc>
              <a:spcBef>
                <a:spcPts val="0"/>
              </a:spcBef>
              <a:spcAft>
                <a:spcPts val="0"/>
              </a:spcAft>
              <a:buClr>
                <a:srgbClr val="00318B"/>
              </a:buClr>
              <a:buSzPts val="7200"/>
              <a:buFont typeface="Calibri"/>
              <a:buNone/>
            </a:pPr>
            <a:r>
              <a:rPr lang="en-US" sz="7200" b="0" i="0" u="none" strike="noStrike" cap="none" dirty="0">
                <a:solidFill>
                  <a:srgbClr val="00318B"/>
                </a:solidFill>
                <a:latin typeface="Calibri"/>
                <a:ea typeface="Calibri"/>
                <a:cs typeface="Calibri"/>
                <a:sym typeface="Calibri"/>
              </a:rPr>
              <a:t>Thank You !!</a:t>
            </a:r>
            <a:endParaRPr sz="7200" b="0" i="0" u="none" strike="noStrike" cap="none" dirty="0">
              <a:latin typeface="Arial"/>
              <a:ea typeface="Arial"/>
              <a:cs typeface="Arial"/>
              <a:sym typeface="Arial"/>
            </a:endParaRPr>
          </a:p>
        </p:txBody>
      </p:sp>
      <p:sp>
        <p:nvSpPr>
          <p:cNvPr id="786" name="Google Shape;786;p16"/>
          <p:cNvSpPr/>
          <p:nvPr/>
        </p:nvSpPr>
        <p:spPr>
          <a:xfrm rot="10800000" flipH="1">
            <a:off x="2651760" y="4740480"/>
            <a:ext cx="13807080" cy="273600"/>
          </a:xfrm>
          <a:custGeom>
            <a:avLst/>
            <a:gdLst/>
            <a:ahLst/>
            <a:cxnLst/>
            <a:rect l="l" t="t" r="r" b="b"/>
            <a:pathLst>
              <a:path w="4686300" h="120000" extrusionOk="0">
                <a:moveTo>
                  <a:pt x="0" y="0"/>
                </a:moveTo>
                <a:lnTo>
                  <a:pt x="4686300" y="0"/>
                </a:lnTo>
              </a:path>
            </a:pathLst>
          </a:custGeom>
          <a:noFill/>
          <a:ln w="9525" cap="flat" cmpd="sng">
            <a:solidFill>
              <a:srgbClr val="002E8E"/>
            </a:solidFill>
            <a:prstDash val="solid"/>
            <a:round/>
            <a:headEnd type="none" w="sm" len="sm"/>
            <a:tailEnd type="none" w="sm" len="sm"/>
          </a:ln>
        </p:spPr>
      </p:sp>
      <p:sp>
        <p:nvSpPr>
          <p:cNvPr id="787" name="Google Shape;787;p16"/>
          <p:cNvSpPr/>
          <p:nvPr/>
        </p:nvSpPr>
        <p:spPr>
          <a:xfrm>
            <a:off x="9504350" y="9914125"/>
            <a:ext cx="4744800" cy="731400"/>
          </a:xfrm>
          <a:prstGeom prst="rect">
            <a:avLst/>
          </a:prstGeom>
          <a:solidFill>
            <a:srgbClr val="FFA001"/>
          </a:solidFill>
          <a:ln w="9525" cap="flat" cmpd="sng">
            <a:solidFill>
              <a:srgbClr val="FFA1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6"/>
          <p:cNvSpPr/>
          <p:nvPr/>
        </p:nvSpPr>
        <p:spPr>
          <a:xfrm>
            <a:off x="14249525" y="9866125"/>
            <a:ext cx="4744800" cy="731400"/>
          </a:xfrm>
          <a:prstGeom prst="rect">
            <a:avLst/>
          </a:prstGeom>
          <a:solidFill>
            <a:srgbClr val="FF8200"/>
          </a:solidFill>
          <a:ln w="9525" cap="flat" cmpd="sng">
            <a:solidFill>
              <a:srgbClr val="FF82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6"/>
          <p:cNvSpPr txBox="1"/>
          <p:nvPr/>
        </p:nvSpPr>
        <p:spPr>
          <a:xfrm>
            <a:off x="9504350" y="10018525"/>
            <a:ext cx="3953100" cy="63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a:solidFill>
                  <a:schemeClr val="lt1"/>
                </a:solidFill>
                <a:latin typeface="Calibri"/>
                <a:ea typeface="Calibri"/>
                <a:cs typeface="Calibri"/>
                <a:sym typeface="Calibri"/>
              </a:rPr>
              <a:t>    Semester III</a:t>
            </a:r>
            <a:endParaRPr sz="3000" b="1">
              <a:solidFill>
                <a:schemeClr val="lt1"/>
              </a:solidFill>
              <a:latin typeface="Calibri"/>
              <a:ea typeface="Calibri"/>
              <a:cs typeface="Calibri"/>
              <a:sym typeface="Calibri"/>
            </a:endParaRPr>
          </a:p>
        </p:txBody>
      </p:sp>
      <p:sp>
        <p:nvSpPr>
          <p:cNvPr id="790" name="Google Shape;790;p16"/>
          <p:cNvSpPr txBox="1"/>
          <p:nvPr/>
        </p:nvSpPr>
        <p:spPr>
          <a:xfrm>
            <a:off x="14249525" y="10078975"/>
            <a:ext cx="47448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300" b="1">
                <a:solidFill>
                  <a:schemeClr val="lt1"/>
                </a:solidFill>
                <a:latin typeface="Calibri"/>
                <a:ea typeface="Calibri"/>
                <a:cs typeface="Calibri"/>
                <a:sym typeface="Calibri"/>
              </a:rPr>
              <a:t>   UQ21CA761B Project Work Phase II</a:t>
            </a:r>
            <a:endParaRPr sz="2300" b="1">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E0E84962-1964-DB2A-BD92-F06962832C05}"/>
              </a:ext>
            </a:extLst>
          </p:cNvPr>
          <p:cNvSpPr/>
          <p:nvPr/>
        </p:nvSpPr>
        <p:spPr>
          <a:xfrm>
            <a:off x="0" y="9738360"/>
            <a:ext cx="19010313" cy="955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1777</TotalTime>
  <Words>2059</Words>
  <Application>Microsoft Office PowerPoint</Application>
  <PresentationFormat>Custom</PresentationFormat>
  <Paragraphs>265</Paragraphs>
  <Slides>30</Slides>
  <Notes>29</Notes>
  <HiddenSlides>2</HiddenSlides>
  <MMClips>0</MMClips>
  <ScaleCrop>false</ScaleCrop>
  <HeadingPairs>
    <vt:vector size="6" baseType="variant">
      <vt:variant>
        <vt:lpstr>Fonts Used</vt:lpstr>
      </vt:variant>
      <vt:variant>
        <vt:i4>5</vt:i4>
      </vt:variant>
      <vt:variant>
        <vt:lpstr>Theme</vt:lpstr>
      </vt:variant>
      <vt:variant>
        <vt:i4>8</vt:i4>
      </vt:variant>
      <vt:variant>
        <vt:lpstr>Slide Titles</vt:lpstr>
      </vt:variant>
      <vt:variant>
        <vt:i4>30</vt:i4>
      </vt:variant>
    </vt:vector>
  </HeadingPairs>
  <TitlesOfParts>
    <vt:vector size="43" baseType="lpstr">
      <vt:lpstr>Arial</vt:lpstr>
      <vt:lpstr>Calibri</vt:lpstr>
      <vt:lpstr>Microsoft Sans Serif</vt:lpstr>
      <vt:lpstr>Symbol</vt:lpstr>
      <vt:lpstr>Times New Roman</vt:lpstr>
      <vt:lpstr>Office Theme</vt:lpstr>
      <vt:lpstr>Office Theme</vt:lpstr>
      <vt:lpstr>Office Theme</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Nisarg Gandhi</dc:creator>
  <cp:lastModifiedBy>Axemanic</cp:lastModifiedBy>
  <cp:revision>21</cp:revision>
  <dcterms:created xsi:type="dcterms:W3CDTF">2022-03-06T10:12:11Z</dcterms:created>
  <dcterms:modified xsi:type="dcterms:W3CDTF">2023-12-27T21:19:26Z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vt:i4>
  </property>
  <property fmtid="{D5CDD505-2E9C-101B-9397-08002B2CF9AE}" pid="3" name="PresentationFormat">
    <vt:lpwstr>Custom</vt:lpwstr>
  </property>
  <property fmtid="{D5CDD505-2E9C-101B-9397-08002B2CF9AE}" pid="4" name="Slides">
    <vt:i4>11</vt:i4>
  </property>
</Properties>
</file>