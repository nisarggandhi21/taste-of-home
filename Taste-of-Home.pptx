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6.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7.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Lst>
  <p:notesMasterIdLst>
    <p:notesMasterId r:id="rId37"/>
  </p:notesMasterIdLst>
  <p:sldIdLst>
    <p:sldId id="256" r:id="rId9"/>
    <p:sldId id="257" r:id="rId10"/>
    <p:sldId id="285" r:id="rId11"/>
    <p:sldId id="284" r:id="rId12"/>
    <p:sldId id="259" r:id="rId13"/>
    <p:sldId id="260" r:id="rId14"/>
    <p:sldId id="261" r:id="rId15"/>
    <p:sldId id="289" r:id="rId16"/>
    <p:sldId id="288" r:id="rId17"/>
    <p:sldId id="287" r:id="rId18"/>
    <p:sldId id="286" r:id="rId19"/>
    <p:sldId id="263" r:id="rId20"/>
    <p:sldId id="264" r:id="rId21"/>
    <p:sldId id="265" r:id="rId22"/>
    <p:sldId id="272" r:id="rId23"/>
    <p:sldId id="266" r:id="rId24"/>
    <p:sldId id="267" r:id="rId25"/>
    <p:sldId id="268" r:id="rId26"/>
    <p:sldId id="269" r:id="rId27"/>
    <p:sldId id="275" r:id="rId28"/>
    <p:sldId id="276" r:id="rId29"/>
    <p:sldId id="297" r:id="rId30"/>
    <p:sldId id="298" r:id="rId31"/>
    <p:sldId id="299" r:id="rId32"/>
    <p:sldId id="300" r:id="rId33"/>
    <p:sldId id="296" r:id="rId34"/>
    <p:sldId id="290" r:id="rId35"/>
    <p:sldId id="271" r:id="rId36"/>
  </p:sldIdLst>
  <p:sldSz cx="19010313" cy="10693400"/>
  <p:notesSz cx="7556500" cy="10693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5" roundtripDataSignature="AMtx7mjn1jvKmrymfdZTSoBjtkdAZ6/ov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0C9CE97-CE7F-44E7-8DA9-80F1B485C8E6}">
  <a:tblStyle styleId="{20C9CE97-CE7F-44E7-8DA9-80F1B485C8E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17" autoAdjust="0"/>
    <p:restoredTop sz="60261" autoAdjust="0"/>
  </p:normalViewPr>
  <p:slideViewPr>
    <p:cSldViewPr snapToGrid="0">
      <p:cViewPr varScale="1">
        <p:scale>
          <a:sx n="53" d="100"/>
          <a:sy n="53" d="100"/>
        </p:scale>
        <p:origin x="686"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21" Type="http://schemas.openxmlformats.org/officeDocument/2006/relationships/slide" Target="slides/slide13.xml"/><Relationship Id="rId34" Type="http://schemas.openxmlformats.org/officeDocument/2006/relationships/slide" Target="slides/slide26.xml"/><Relationship Id="rId47" Type="http://schemas.openxmlformats.org/officeDocument/2006/relationships/viewProps" Target="viewProps.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notesMaster" Target="notesMasters/notesMaster1.xml"/><Relationship Id="rId45" Type="http://customschemas.google.com/relationships/presentationmetadata" Target="metadata"/><Relationship Id="rId5" Type="http://schemas.openxmlformats.org/officeDocument/2006/relationships/slideMaster" Target="slideMasters/slideMaster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tableStyles" Target="tableStyle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8" Type="http://schemas.openxmlformats.org/officeDocument/2006/relationships/theme" Target="theme/theme1.xml"/><Relationship Id="rId8" Type="http://schemas.openxmlformats.org/officeDocument/2006/relationships/slideMaster" Target="slideMasters/slideMaster8.xml"/><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4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6000" y="812520"/>
            <a:ext cx="7127280" cy="400896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756000" y="5078520"/>
            <a:ext cx="6047640" cy="481104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
        <p:nvSpPr>
          <p:cNvPr id="5" name="Google Shape;5;n"/>
          <p:cNvSpPr txBox="1">
            <a:spLocks noGrp="1"/>
          </p:cNvSpPr>
          <p:nvPr>
            <p:ph type="hdr" idx="3"/>
          </p:nvPr>
        </p:nvSpPr>
        <p:spPr>
          <a:xfrm>
            <a:off x="0" y="0"/>
            <a:ext cx="3280680" cy="534240"/>
          </a:xfrm>
          <a:prstGeom prst="rect">
            <a:avLst/>
          </a:prstGeom>
          <a:noFill/>
          <a:ln>
            <a:noFill/>
          </a:ln>
        </p:spPr>
        <p:txBody>
          <a:bodyPr spcFirstLastPara="1" wrap="square" lIns="0" tIns="0" rIns="0" bIns="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6" name="Google Shape;6;n"/>
          <p:cNvSpPr txBox="1">
            <a:spLocks noGrp="1"/>
          </p:cNvSpPr>
          <p:nvPr>
            <p:ph type="dt" idx="10"/>
          </p:nvPr>
        </p:nvSpPr>
        <p:spPr>
          <a:xfrm>
            <a:off x="4278960" y="0"/>
            <a:ext cx="3280680" cy="534240"/>
          </a:xfrm>
          <a:prstGeom prst="rect">
            <a:avLst/>
          </a:prstGeom>
          <a:noFill/>
          <a:ln>
            <a:noFill/>
          </a:ln>
        </p:spPr>
        <p:txBody>
          <a:bodyPr spcFirstLastPara="1" wrap="square" lIns="0" tIns="0" rIns="0" bIns="0" anchor="t" anchorCtr="0">
            <a:noAutofit/>
          </a:bodyPr>
          <a:lstStyle>
            <a:lvl1pPr marR="0" lvl="0" algn="r" rtl="0">
              <a:spcBef>
                <a:spcPts val="0"/>
              </a:spcBef>
              <a:spcAft>
                <a:spcPts val="0"/>
              </a:spcAft>
              <a:buSzPts val="1400"/>
              <a:buFont typeface="Times New Roman"/>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7" name="Google Shape;7;n"/>
          <p:cNvSpPr txBox="1">
            <a:spLocks noGrp="1"/>
          </p:cNvSpPr>
          <p:nvPr>
            <p:ph type="ftr" idx="11"/>
          </p:nvPr>
        </p:nvSpPr>
        <p:spPr>
          <a:xfrm>
            <a:off x="0" y="10157400"/>
            <a:ext cx="3280680" cy="534240"/>
          </a:xfrm>
          <a:prstGeom prst="rect">
            <a:avLst/>
          </a:prstGeom>
          <a:noFill/>
          <a:ln>
            <a:noFill/>
          </a:ln>
        </p:spPr>
        <p:txBody>
          <a:bodyPr spcFirstLastPara="1" wrap="square" lIns="0" tIns="0" rIns="0" bIns="0" anchor="b" anchorCtr="0">
            <a:noAutofit/>
          </a:bodyPr>
          <a:lstStyle>
            <a:lvl1pPr marR="0" lvl="0" algn="l" rtl="0">
              <a:spcBef>
                <a:spcPts val="0"/>
              </a:spcBef>
              <a:spcAft>
                <a:spcPts val="0"/>
              </a:spcAft>
              <a:buSzPts val="1400"/>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4278960" y="10157400"/>
            <a:ext cx="3280680" cy="53424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SzPts val="1400"/>
              <a:buFont typeface="Times New Roman"/>
              <a:buNone/>
            </a:pPr>
            <a:fld id="{00000000-1234-1234-1234-123412341234}" type="slidenum">
              <a:rPr lang="en-US" sz="1400" b="0" i="0" u="none" strike="noStrike" cap="none">
                <a:latin typeface="Times New Roman"/>
                <a:ea typeface="Times New Roman"/>
                <a:cs typeface="Times New Roman"/>
                <a:sym typeface="Times New Roman"/>
              </a:rPr>
              <a:t>‹#›</a:t>
            </a:fld>
            <a:endParaRPr sz="1400" b="0" i="0" u="none" strike="noStrike" cap="none">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1:notes"/>
          <p:cNvSpPr>
            <a:spLocks noGrp="1" noRot="1" noChangeAspect="1"/>
          </p:cNvSpPr>
          <p:nvPr>
            <p:ph type="sldImg" idx="2"/>
          </p:nvPr>
        </p:nvSpPr>
        <p:spPr>
          <a:xfrm>
            <a:off x="571500" y="1336675"/>
            <a:ext cx="6413500" cy="36068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9" name="Google Shape;569;p1:notes"/>
          <p:cNvSpPr txBox="1">
            <a:spLocks noGrp="1"/>
          </p:cNvSpPr>
          <p:nvPr>
            <p:ph type="body" idx="1"/>
          </p:nvPr>
        </p:nvSpPr>
        <p:spPr>
          <a:xfrm>
            <a:off x="755640" y="5146560"/>
            <a:ext cx="6044400" cy="420948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endParaRPr sz="2000" b="0" strike="noStrike">
              <a:latin typeface="Arial"/>
              <a:ea typeface="Arial"/>
              <a:cs typeface="Arial"/>
              <a:sym typeface="Arial"/>
            </a:endParaRPr>
          </a:p>
        </p:txBody>
      </p:sp>
      <p:sp>
        <p:nvSpPr>
          <p:cNvPr id="570" name="Google Shape;570;p1:notes"/>
          <p:cNvSpPr txBox="1">
            <a:spLocks noGrp="1"/>
          </p:cNvSpPr>
          <p:nvPr>
            <p:ph type="sldNum" idx="12"/>
          </p:nvPr>
        </p:nvSpPr>
        <p:spPr>
          <a:xfrm>
            <a:off x="4280040" y="10156680"/>
            <a:ext cx="3274200" cy="5356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SzPts val="1200"/>
              <a:buFont typeface="Times New Roman"/>
              <a:buNone/>
            </a:pPr>
            <a:fld id="{00000000-1234-1234-1234-123412341234}" type="slidenum">
              <a:rPr lang="en-US" sz="1200" b="0" i="0" u="none" strike="noStrike" cap="none">
                <a:latin typeface="Times New Roman"/>
                <a:ea typeface="Times New Roman"/>
                <a:cs typeface="Times New Roman"/>
                <a:sym typeface="Times New Roman"/>
              </a:rPr>
              <a:t>1</a:t>
            </a:fld>
            <a:endParaRPr sz="1200" b="0" i="0" u="none" strike="noStrike" cap="none">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p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8" name="Google Shape;588;p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p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01" name="Google Shape;601;p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48363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p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4" name="Google Shape;614;p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5: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27" name="Google Shape;627;p5: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lang="en-IN" dirty="0"/>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5597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80970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07256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6837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p8: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66" name="Google Shape;666;p8: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p9: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81" name="Google Shape;681;p9: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86346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11: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1" name="Google Shape;711;p11: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1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25" name="Google Shape;725;p1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1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0" name="Google Shape;740;p1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81297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0308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866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56240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20084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5549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90618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79628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p1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83" name="Google Shape;783;p1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3"/>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4"/>
        <p:cNvGrpSpPr/>
        <p:nvPr/>
      </p:nvGrpSpPr>
      <p:grpSpPr>
        <a:xfrm>
          <a:off x="0" y="0"/>
          <a:ext cx="0" cy="0"/>
          <a:chOff x="0" y="0"/>
          <a:chExt cx="0" cy="0"/>
        </a:xfrm>
      </p:grpSpPr>
      <p:sp>
        <p:nvSpPr>
          <p:cNvPr id="25" name="Google Shape;25;p3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
        <p:cNvGrpSpPr/>
        <p:nvPr/>
      </p:nvGrpSpPr>
      <p:grpSpPr>
        <a:xfrm>
          <a:off x="0" y="0"/>
          <a:ext cx="0" cy="0"/>
          <a:chOff x="0" y="0"/>
          <a:chExt cx="0" cy="0"/>
        </a:xfrm>
      </p:grpSpPr>
      <p:sp>
        <p:nvSpPr>
          <p:cNvPr id="28" name="Google Shape;28;p3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0"/>
        <p:cNvGrpSpPr/>
        <p:nvPr/>
      </p:nvGrpSpPr>
      <p:grpSpPr>
        <a:xfrm>
          <a:off x="0" y="0"/>
          <a:ext cx="0" cy="0"/>
          <a:chOff x="0" y="0"/>
          <a:chExt cx="0" cy="0"/>
        </a:xfrm>
      </p:grpSpPr>
      <p:sp>
        <p:nvSpPr>
          <p:cNvPr id="31" name="Google Shape;31;p3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3" name="Google Shape;33;p3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3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6"/>
        <p:cNvGrpSpPr/>
        <p:nvPr/>
      </p:nvGrpSpPr>
      <p:grpSpPr>
        <a:xfrm>
          <a:off x="0" y="0"/>
          <a:ext cx="0" cy="0"/>
          <a:chOff x="0" y="0"/>
          <a:chExt cx="0" cy="0"/>
        </a:xfrm>
      </p:grpSpPr>
      <p:sp>
        <p:nvSpPr>
          <p:cNvPr id="37" name="Google Shape;37;p39"/>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8"/>
        <p:cNvGrpSpPr/>
        <p:nvPr/>
      </p:nvGrpSpPr>
      <p:grpSpPr>
        <a:xfrm>
          <a:off x="0" y="0"/>
          <a:ext cx="0" cy="0"/>
          <a:chOff x="0" y="0"/>
          <a:chExt cx="0" cy="0"/>
        </a:xfrm>
      </p:grpSpPr>
      <p:sp>
        <p:nvSpPr>
          <p:cNvPr id="39" name="Google Shape;39;p4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4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4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 name="Google Shape;42;p4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3"/>
        <p:cNvGrpSpPr/>
        <p:nvPr/>
      </p:nvGrpSpPr>
      <p:grpSpPr>
        <a:xfrm>
          <a:off x="0" y="0"/>
          <a:ext cx="0" cy="0"/>
          <a:chOff x="0" y="0"/>
          <a:chExt cx="0" cy="0"/>
        </a:xfrm>
      </p:grpSpPr>
      <p:sp>
        <p:nvSpPr>
          <p:cNvPr id="44" name="Google Shape;44;p4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4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4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 name="Google Shape;47;p41"/>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
        <p:cNvGrpSpPr/>
        <p:nvPr/>
      </p:nvGrpSpPr>
      <p:grpSpPr>
        <a:xfrm>
          <a:off x="0" y="0"/>
          <a:ext cx="0" cy="0"/>
          <a:chOff x="0" y="0"/>
          <a:chExt cx="0" cy="0"/>
        </a:xfrm>
      </p:grpSpPr>
      <p:sp>
        <p:nvSpPr>
          <p:cNvPr id="49" name="Google Shape;49;p4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4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1" name="Google Shape;51;p4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2" name="Google Shape;52;p42"/>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53"/>
        <p:cNvGrpSpPr/>
        <p:nvPr/>
      </p:nvGrpSpPr>
      <p:grpSpPr>
        <a:xfrm>
          <a:off x="0" y="0"/>
          <a:ext cx="0" cy="0"/>
          <a:chOff x="0" y="0"/>
          <a:chExt cx="0" cy="0"/>
        </a:xfrm>
      </p:grpSpPr>
      <p:sp>
        <p:nvSpPr>
          <p:cNvPr id="54" name="Google Shape;54;p4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43"/>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6" name="Google Shape;56;p43"/>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7"/>
        <p:cNvGrpSpPr/>
        <p:nvPr/>
      </p:nvGrpSpPr>
      <p:grpSpPr>
        <a:xfrm>
          <a:off x="0" y="0"/>
          <a:ext cx="0" cy="0"/>
          <a:chOff x="0" y="0"/>
          <a:chExt cx="0" cy="0"/>
        </a:xfrm>
      </p:grpSpPr>
      <p:sp>
        <p:nvSpPr>
          <p:cNvPr id="58" name="Google Shape;58;p4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0" name="Google Shape;60;p4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1" name="Google Shape;61;p4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2" name="Google Shape;62;p44"/>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63"/>
        <p:cNvGrpSpPr/>
        <p:nvPr/>
      </p:nvGrpSpPr>
      <p:grpSpPr>
        <a:xfrm>
          <a:off x="0" y="0"/>
          <a:ext cx="0" cy="0"/>
          <a:chOff x="0" y="0"/>
          <a:chExt cx="0" cy="0"/>
        </a:xfrm>
      </p:grpSpPr>
      <p:sp>
        <p:nvSpPr>
          <p:cNvPr id="64" name="Google Shape;64;p4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45"/>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6" name="Google Shape;66;p45"/>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7" name="Google Shape;67;p45"/>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8" name="Google Shape;68;p45"/>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9" name="Google Shape;69;p45"/>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70" name="Google Shape;70;p45"/>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85"/>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6"/>
        <p:cNvGrpSpPr/>
        <p:nvPr/>
      </p:nvGrpSpPr>
      <p:grpSpPr>
        <a:xfrm>
          <a:off x="0" y="0"/>
          <a:ext cx="0" cy="0"/>
          <a:chOff x="0" y="0"/>
          <a:chExt cx="0" cy="0"/>
        </a:xfrm>
      </p:grpSpPr>
      <p:sp>
        <p:nvSpPr>
          <p:cNvPr id="87" name="Google Shape;87;p4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6"/>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89"/>
        <p:cNvGrpSpPr/>
        <p:nvPr/>
      </p:nvGrpSpPr>
      <p:grpSpPr>
        <a:xfrm>
          <a:off x="0" y="0"/>
          <a:ext cx="0" cy="0"/>
          <a:chOff x="0" y="0"/>
          <a:chExt cx="0" cy="0"/>
        </a:xfrm>
      </p:grpSpPr>
      <p:sp>
        <p:nvSpPr>
          <p:cNvPr id="90" name="Google Shape;90;p4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4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2"/>
        <p:cNvGrpSpPr/>
        <p:nvPr/>
      </p:nvGrpSpPr>
      <p:grpSpPr>
        <a:xfrm>
          <a:off x="0" y="0"/>
          <a:ext cx="0" cy="0"/>
          <a:chOff x="0" y="0"/>
          <a:chExt cx="0" cy="0"/>
        </a:xfrm>
      </p:grpSpPr>
      <p:sp>
        <p:nvSpPr>
          <p:cNvPr id="93" name="Google Shape;93;p4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4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95" name="Google Shape;95;p48"/>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6"/>
        <p:cNvGrpSpPr/>
        <p:nvPr/>
      </p:nvGrpSpPr>
      <p:grpSpPr>
        <a:xfrm>
          <a:off x="0" y="0"/>
          <a:ext cx="0" cy="0"/>
          <a:chOff x="0" y="0"/>
          <a:chExt cx="0" cy="0"/>
        </a:xfrm>
      </p:grpSpPr>
      <p:sp>
        <p:nvSpPr>
          <p:cNvPr id="97" name="Google Shape;97;p4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98"/>
        <p:cNvGrpSpPr/>
        <p:nvPr/>
      </p:nvGrpSpPr>
      <p:grpSpPr>
        <a:xfrm>
          <a:off x="0" y="0"/>
          <a:ext cx="0" cy="0"/>
          <a:chOff x="0" y="0"/>
          <a:chExt cx="0" cy="0"/>
        </a:xfrm>
      </p:grpSpPr>
      <p:sp>
        <p:nvSpPr>
          <p:cNvPr id="99" name="Google Shape;99;p50"/>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0"/>
        <p:cNvGrpSpPr/>
        <p:nvPr/>
      </p:nvGrpSpPr>
      <p:grpSpPr>
        <a:xfrm>
          <a:off x="0" y="0"/>
          <a:ext cx="0" cy="0"/>
          <a:chOff x="0" y="0"/>
          <a:chExt cx="0" cy="0"/>
        </a:xfrm>
      </p:grpSpPr>
      <p:sp>
        <p:nvSpPr>
          <p:cNvPr id="101" name="Google Shape;101;p5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2" name="Google Shape;102;p5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3" name="Google Shape;103;p5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4" name="Google Shape;104;p5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05"/>
        <p:cNvGrpSpPr/>
        <p:nvPr/>
      </p:nvGrpSpPr>
      <p:grpSpPr>
        <a:xfrm>
          <a:off x="0" y="0"/>
          <a:ext cx="0" cy="0"/>
          <a:chOff x="0" y="0"/>
          <a:chExt cx="0" cy="0"/>
        </a:xfrm>
      </p:grpSpPr>
      <p:sp>
        <p:nvSpPr>
          <p:cNvPr id="106" name="Google Shape;106;p5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5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8" name="Google Shape;108;p5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9" name="Google Shape;109;p52"/>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10"/>
        <p:cNvGrpSpPr/>
        <p:nvPr/>
      </p:nvGrpSpPr>
      <p:grpSpPr>
        <a:xfrm>
          <a:off x="0" y="0"/>
          <a:ext cx="0" cy="0"/>
          <a:chOff x="0" y="0"/>
          <a:chExt cx="0" cy="0"/>
        </a:xfrm>
      </p:grpSpPr>
      <p:sp>
        <p:nvSpPr>
          <p:cNvPr id="111" name="Google Shape;111;p5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5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3" name="Google Shape;113;p5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4" name="Google Shape;114;p53"/>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15"/>
        <p:cNvGrpSpPr/>
        <p:nvPr/>
      </p:nvGrpSpPr>
      <p:grpSpPr>
        <a:xfrm>
          <a:off x="0" y="0"/>
          <a:ext cx="0" cy="0"/>
          <a:chOff x="0" y="0"/>
          <a:chExt cx="0" cy="0"/>
        </a:xfrm>
      </p:grpSpPr>
      <p:sp>
        <p:nvSpPr>
          <p:cNvPr id="116" name="Google Shape;116;p5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54"/>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8" name="Google Shape;118;p54"/>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19"/>
        <p:cNvGrpSpPr/>
        <p:nvPr/>
      </p:nvGrpSpPr>
      <p:grpSpPr>
        <a:xfrm>
          <a:off x="0" y="0"/>
          <a:ext cx="0" cy="0"/>
          <a:chOff x="0" y="0"/>
          <a:chExt cx="0" cy="0"/>
        </a:xfrm>
      </p:grpSpPr>
      <p:sp>
        <p:nvSpPr>
          <p:cNvPr id="120" name="Google Shape;120;p5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1" name="Google Shape;121;p5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2" name="Google Shape;122;p5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3" name="Google Shape;123;p5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4" name="Google Shape;124;p55"/>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25"/>
        <p:cNvGrpSpPr/>
        <p:nvPr/>
      </p:nvGrpSpPr>
      <p:grpSpPr>
        <a:xfrm>
          <a:off x="0" y="0"/>
          <a:ext cx="0" cy="0"/>
          <a:chOff x="0" y="0"/>
          <a:chExt cx="0" cy="0"/>
        </a:xfrm>
      </p:grpSpPr>
      <p:sp>
        <p:nvSpPr>
          <p:cNvPr id="126" name="Google Shape;126;p5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p56"/>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8" name="Google Shape;128;p56"/>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9" name="Google Shape;129;p56"/>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0" name="Google Shape;130;p56"/>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1" name="Google Shape;131;p56"/>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2" name="Google Shape;132;p56"/>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7"/>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48"/>
        <p:cNvGrpSpPr/>
        <p:nvPr/>
      </p:nvGrpSpPr>
      <p:grpSpPr>
        <a:xfrm>
          <a:off x="0" y="0"/>
          <a:ext cx="0" cy="0"/>
          <a:chOff x="0" y="0"/>
          <a:chExt cx="0" cy="0"/>
        </a:xfrm>
      </p:grpSpPr>
      <p:sp>
        <p:nvSpPr>
          <p:cNvPr id="149" name="Google Shape;149;p5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0" name="Google Shape;150;p57"/>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1"/>
        <p:cNvGrpSpPr/>
        <p:nvPr/>
      </p:nvGrpSpPr>
      <p:grpSpPr>
        <a:xfrm>
          <a:off x="0" y="0"/>
          <a:ext cx="0" cy="0"/>
          <a:chOff x="0" y="0"/>
          <a:chExt cx="0" cy="0"/>
        </a:xfrm>
      </p:grpSpPr>
      <p:sp>
        <p:nvSpPr>
          <p:cNvPr id="152" name="Google Shape;152;p5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58"/>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54"/>
        <p:cNvGrpSpPr/>
        <p:nvPr/>
      </p:nvGrpSpPr>
      <p:grpSpPr>
        <a:xfrm>
          <a:off x="0" y="0"/>
          <a:ext cx="0" cy="0"/>
          <a:chOff x="0" y="0"/>
          <a:chExt cx="0" cy="0"/>
        </a:xfrm>
      </p:grpSpPr>
      <p:sp>
        <p:nvSpPr>
          <p:cNvPr id="155" name="Google Shape;155;p5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6" name="Google Shape;156;p59"/>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57" name="Google Shape;157;p59"/>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8"/>
        <p:cNvGrpSpPr/>
        <p:nvPr/>
      </p:nvGrpSpPr>
      <p:grpSpPr>
        <a:xfrm>
          <a:off x="0" y="0"/>
          <a:ext cx="0" cy="0"/>
          <a:chOff x="0" y="0"/>
          <a:chExt cx="0" cy="0"/>
        </a:xfrm>
      </p:grpSpPr>
      <p:sp>
        <p:nvSpPr>
          <p:cNvPr id="159" name="Google Shape;159;p6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0"/>
        <p:cNvGrpSpPr/>
        <p:nvPr/>
      </p:nvGrpSpPr>
      <p:grpSpPr>
        <a:xfrm>
          <a:off x="0" y="0"/>
          <a:ext cx="0" cy="0"/>
          <a:chOff x="0" y="0"/>
          <a:chExt cx="0" cy="0"/>
        </a:xfrm>
      </p:grpSpPr>
      <p:sp>
        <p:nvSpPr>
          <p:cNvPr id="161" name="Google Shape;161;p61"/>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2"/>
        <p:cNvGrpSpPr/>
        <p:nvPr/>
      </p:nvGrpSpPr>
      <p:grpSpPr>
        <a:xfrm>
          <a:off x="0" y="0"/>
          <a:ext cx="0" cy="0"/>
          <a:chOff x="0" y="0"/>
          <a:chExt cx="0" cy="0"/>
        </a:xfrm>
      </p:grpSpPr>
      <p:sp>
        <p:nvSpPr>
          <p:cNvPr id="163" name="Google Shape;163;p6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4" name="Google Shape;164;p6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5" name="Google Shape;165;p6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6" name="Google Shape;166;p62"/>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67"/>
        <p:cNvGrpSpPr/>
        <p:nvPr/>
      </p:nvGrpSpPr>
      <p:grpSpPr>
        <a:xfrm>
          <a:off x="0" y="0"/>
          <a:ext cx="0" cy="0"/>
          <a:chOff x="0" y="0"/>
          <a:chExt cx="0" cy="0"/>
        </a:xfrm>
      </p:grpSpPr>
      <p:sp>
        <p:nvSpPr>
          <p:cNvPr id="168" name="Google Shape;168;p6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9" name="Google Shape;169;p6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0" name="Google Shape;170;p6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1" name="Google Shape;171;p63"/>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2"/>
        <p:cNvGrpSpPr/>
        <p:nvPr/>
      </p:nvGrpSpPr>
      <p:grpSpPr>
        <a:xfrm>
          <a:off x="0" y="0"/>
          <a:ext cx="0" cy="0"/>
          <a:chOff x="0" y="0"/>
          <a:chExt cx="0" cy="0"/>
        </a:xfrm>
      </p:grpSpPr>
      <p:sp>
        <p:nvSpPr>
          <p:cNvPr id="173" name="Google Shape;173;p6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4" name="Google Shape;174;p6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5" name="Google Shape;175;p6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6" name="Google Shape;176;p64"/>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77"/>
        <p:cNvGrpSpPr/>
        <p:nvPr/>
      </p:nvGrpSpPr>
      <p:grpSpPr>
        <a:xfrm>
          <a:off x="0" y="0"/>
          <a:ext cx="0" cy="0"/>
          <a:chOff x="0" y="0"/>
          <a:chExt cx="0" cy="0"/>
        </a:xfrm>
      </p:grpSpPr>
      <p:sp>
        <p:nvSpPr>
          <p:cNvPr id="178" name="Google Shape;178;p6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65"/>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0" name="Google Shape;180;p65"/>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1"/>
        <p:cNvGrpSpPr/>
        <p:nvPr/>
      </p:nvGrpSpPr>
      <p:grpSpPr>
        <a:xfrm>
          <a:off x="0" y="0"/>
          <a:ext cx="0" cy="0"/>
          <a:chOff x="0" y="0"/>
          <a:chExt cx="0" cy="0"/>
        </a:xfrm>
      </p:grpSpPr>
      <p:sp>
        <p:nvSpPr>
          <p:cNvPr id="182" name="Google Shape;182;p6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3" name="Google Shape;183;p6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4" name="Google Shape;184;p6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5" name="Google Shape;185;p6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6" name="Google Shape;186;p66"/>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87"/>
        <p:cNvGrpSpPr/>
        <p:nvPr/>
      </p:nvGrpSpPr>
      <p:grpSpPr>
        <a:xfrm>
          <a:off x="0" y="0"/>
          <a:ext cx="0" cy="0"/>
          <a:chOff x="0" y="0"/>
          <a:chExt cx="0" cy="0"/>
        </a:xfrm>
      </p:grpSpPr>
      <p:sp>
        <p:nvSpPr>
          <p:cNvPr id="188" name="Google Shape;188;p6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9" name="Google Shape;189;p67"/>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0" name="Google Shape;190;p67"/>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1" name="Google Shape;191;p67"/>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2" name="Google Shape;192;p67"/>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3" name="Google Shape;193;p67"/>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4" name="Google Shape;194;p67"/>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10"/>
        <p:cNvGrpSpPr/>
        <p:nvPr/>
      </p:nvGrpSpPr>
      <p:grpSpPr>
        <a:xfrm>
          <a:off x="0" y="0"/>
          <a:ext cx="0" cy="0"/>
          <a:chOff x="0" y="0"/>
          <a:chExt cx="0" cy="0"/>
        </a:xfrm>
      </p:grpSpPr>
      <p:sp>
        <p:nvSpPr>
          <p:cNvPr id="211" name="Google Shape;211;p6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2" name="Google Shape;212;p68"/>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13"/>
        <p:cNvGrpSpPr/>
        <p:nvPr/>
      </p:nvGrpSpPr>
      <p:grpSpPr>
        <a:xfrm>
          <a:off x="0" y="0"/>
          <a:ext cx="0" cy="0"/>
          <a:chOff x="0" y="0"/>
          <a:chExt cx="0" cy="0"/>
        </a:xfrm>
      </p:grpSpPr>
      <p:sp>
        <p:nvSpPr>
          <p:cNvPr id="214" name="Google Shape;214;p6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5" name="Google Shape;215;p6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16"/>
        <p:cNvGrpSpPr/>
        <p:nvPr/>
      </p:nvGrpSpPr>
      <p:grpSpPr>
        <a:xfrm>
          <a:off x="0" y="0"/>
          <a:ext cx="0" cy="0"/>
          <a:chOff x="0" y="0"/>
          <a:chExt cx="0" cy="0"/>
        </a:xfrm>
      </p:grpSpPr>
      <p:sp>
        <p:nvSpPr>
          <p:cNvPr id="217" name="Google Shape;217;p7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70"/>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19" name="Google Shape;219;p7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0"/>
        <p:cNvGrpSpPr/>
        <p:nvPr/>
      </p:nvGrpSpPr>
      <p:grpSpPr>
        <a:xfrm>
          <a:off x="0" y="0"/>
          <a:ext cx="0" cy="0"/>
          <a:chOff x="0" y="0"/>
          <a:chExt cx="0" cy="0"/>
        </a:xfrm>
      </p:grpSpPr>
      <p:sp>
        <p:nvSpPr>
          <p:cNvPr id="221" name="Google Shape;221;p7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22"/>
        <p:cNvGrpSpPr/>
        <p:nvPr/>
      </p:nvGrpSpPr>
      <p:grpSpPr>
        <a:xfrm>
          <a:off x="0" y="0"/>
          <a:ext cx="0" cy="0"/>
          <a:chOff x="0" y="0"/>
          <a:chExt cx="0" cy="0"/>
        </a:xfrm>
      </p:grpSpPr>
      <p:sp>
        <p:nvSpPr>
          <p:cNvPr id="223" name="Google Shape;223;p72"/>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24"/>
        <p:cNvGrpSpPr/>
        <p:nvPr/>
      </p:nvGrpSpPr>
      <p:grpSpPr>
        <a:xfrm>
          <a:off x="0" y="0"/>
          <a:ext cx="0" cy="0"/>
          <a:chOff x="0" y="0"/>
          <a:chExt cx="0" cy="0"/>
        </a:xfrm>
      </p:grpSpPr>
      <p:sp>
        <p:nvSpPr>
          <p:cNvPr id="225" name="Google Shape;225;p7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6" name="Google Shape;226;p7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7" name="Google Shape;227;p7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8" name="Google Shape;228;p73"/>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29"/>
        <p:cNvGrpSpPr/>
        <p:nvPr/>
      </p:nvGrpSpPr>
      <p:grpSpPr>
        <a:xfrm>
          <a:off x="0" y="0"/>
          <a:ext cx="0" cy="0"/>
          <a:chOff x="0" y="0"/>
          <a:chExt cx="0" cy="0"/>
        </a:xfrm>
      </p:grpSpPr>
      <p:sp>
        <p:nvSpPr>
          <p:cNvPr id="230" name="Google Shape;230;p7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1" name="Google Shape;231;p7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2" name="Google Shape;232;p7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3" name="Google Shape;233;p74"/>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34"/>
        <p:cNvGrpSpPr/>
        <p:nvPr/>
      </p:nvGrpSpPr>
      <p:grpSpPr>
        <a:xfrm>
          <a:off x="0" y="0"/>
          <a:ext cx="0" cy="0"/>
          <a:chOff x="0" y="0"/>
          <a:chExt cx="0" cy="0"/>
        </a:xfrm>
      </p:grpSpPr>
      <p:sp>
        <p:nvSpPr>
          <p:cNvPr id="235" name="Google Shape;235;p7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7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7" name="Google Shape;237;p7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8" name="Google Shape;238;p75"/>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239"/>
        <p:cNvGrpSpPr/>
        <p:nvPr/>
      </p:nvGrpSpPr>
      <p:grpSpPr>
        <a:xfrm>
          <a:off x="0" y="0"/>
          <a:ext cx="0" cy="0"/>
          <a:chOff x="0" y="0"/>
          <a:chExt cx="0" cy="0"/>
        </a:xfrm>
      </p:grpSpPr>
      <p:sp>
        <p:nvSpPr>
          <p:cNvPr id="240" name="Google Shape;240;p7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1" name="Google Shape;241;p76"/>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2" name="Google Shape;242;p76"/>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243"/>
        <p:cNvGrpSpPr/>
        <p:nvPr/>
      </p:nvGrpSpPr>
      <p:grpSpPr>
        <a:xfrm>
          <a:off x="0" y="0"/>
          <a:ext cx="0" cy="0"/>
          <a:chOff x="0" y="0"/>
          <a:chExt cx="0" cy="0"/>
        </a:xfrm>
      </p:grpSpPr>
      <p:sp>
        <p:nvSpPr>
          <p:cNvPr id="244" name="Google Shape;244;p7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7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6" name="Google Shape;246;p7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7" name="Google Shape;247;p7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8" name="Google Shape;248;p77"/>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49"/>
        <p:cNvGrpSpPr/>
        <p:nvPr/>
      </p:nvGrpSpPr>
      <p:grpSpPr>
        <a:xfrm>
          <a:off x="0" y="0"/>
          <a:ext cx="0" cy="0"/>
          <a:chOff x="0" y="0"/>
          <a:chExt cx="0" cy="0"/>
        </a:xfrm>
      </p:grpSpPr>
      <p:sp>
        <p:nvSpPr>
          <p:cNvPr id="250" name="Google Shape;250;p7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78"/>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2" name="Google Shape;252;p78"/>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3" name="Google Shape;253;p78"/>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4" name="Google Shape;254;p78"/>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5" name="Google Shape;255;p78"/>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6" name="Google Shape;256;p78"/>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7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72"/>
        <p:cNvGrpSpPr/>
        <p:nvPr/>
      </p:nvGrpSpPr>
      <p:grpSpPr>
        <a:xfrm>
          <a:off x="0" y="0"/>
          <a:ext cx="0" cy="0"/>
          <a:chOff x="0" y="0"/>
          <a:chExt cx="0" cy="0"/>
        </a:xfrm>
      </p:grpSpPr>
      <p:sp>
        <p:nvSpPr>
          <p:cNvPr id="273" name="Google Shape;273;p7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4" name="Google Shape;274;p79"/>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5"/>
        <p:cNvGrpSpPr/>
        <p:nvPr/>
      </p:nvGrpSpPr>
      <p:grpSpPr>
        <a:xfrm>
          <a:off x="0" y="0"/>
          <a:ext cx="0" cy="0"/>
          <a:chOff x="0" y="0"/>
          <a:chExt cx="0" cy="0"/>
        </a:xfrm>
      </p:grpSpPr>
      <p:sp>
        <p:nvSpPr>
          <p:cNvPr id="276" name="Google Shape;276;p8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7" name="Google Shape;277;p80"/>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78"/>
        <p:cNvGrpSpPr/>
        <p:nvPr/>
      </p:nvGrpSpPr>
      <p:grpSpPr>
        <a:xfrm>
          <a:off x="0" y="0"/>
          <a:ext cx="0" cy="0"/>
          <a:chOff x="0" y="0"/>
          <a:chExt cx="0" cy="0"/>
        </a:xfrm>
      </p:grpSpPr>
      <p:sp>
        <p:nvSpPr>
          <p:cNvPr id="279" name="Google Shape;279;p8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0" name="Google Shape;280;p8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1" name="Google Shape;281;p8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2"/>
        <p:cNvGrpSpPr/>
        <p:nvPr/>
      </p:nvGrpSpPr>
      <p:grpSpPr>
        <a:xfrm>
          <a:off x="0" y="0"/>
          <a:ext cx="0" cy="0"/>
          <a:chOff x="0" y="0"/>
          <a:chExt cx="0" cy="0"/>
        </a:xfrm>
      </p:grpSpPr>
      <p:sp>
        <p:nvSpPr>
          <p:cNvPr id="283" name="Google Shape;283;p8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84"/>
        <p:cNvGrpSpPr/>
        <p:nvPr/>
      </p:nvGrpSpPr>
      <p:grpSpPr>
        <a:xfrm>
          <a:off x="0" y="0"/>
          <a:ext cx="0" cy="0"/>
          <a:chOff x="0" y="0"/>
          <a:chExt cx="0" cy="0"/>
        </a:xfrm>
      </p:grpSpPr>
      <p:sp>
        <p:nvSpPr>
          <p:cNvPr id="285" name="Google Shape;285;p83"/>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86"/>
        <p:cNvGrpSpPr/>
        <p:nvPr/>
      </p:nvGrpSpPr>
      <p:grpSpPr>
        <a:xfrm>
          <a:off x="0" y="0"/>
          <a:ext cx="0" cy="0"/>
          <a:chOff x="0" y="0"/>
          <a:chExt cx="0" cy="0"/>
        </a:xfrm>
      </p:grpSpPr>
      <p:sp>
        <p:nvSpPr>
          <p:cNvPr id="287" name="Google Shape;287;p8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8" name="Google Shape;288;p8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9" name="Google Shape;289;p8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0" name="Google Shape;290;p8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91"/>
        <p:cNvGrpSpPr/>
        <p:nvPr/>
      </p:nvGrpSpPr>
      <p:grpSpPr>
        <a:xfrm>
          <a:off x="0" y="0"/>
          <a:ext cx="0" cy="0"/>
          <a:chOff x="0" y="0"/>
          <a:chExt cx="0" cy="0"/>
        </a:xfrm>
      </p:grpSpPr>
      <p:sp>
        <p:nvSpPr>
          <p:cNvPr id="292" name="Google Shape;292;p8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3" name="Google Shape;293;p85"/>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4" name="Google Shape;294;p8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5" name="Google Shape;295;p85"/>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96"/>
        <p:cNvGrpSpPr/>
        <p:nvPr/>
      </p:nvGrpSpPr>
      <p:grpSpPr>
        <a:xfrm>
          <a:off x="0" y="0"/>
          <a:ext cx="0" cy="0"/>
          <a:chOff x="0" y="0"/>
          <a:chExt cx="0" cy="0"/>
        </a:xfrm>
      </p:grpSpPr>
      <p:sp>
        <p:nvSpPr>
          <p:cNvPr id="297" name="Google Shape;297;p8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8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9" name="Google Shape;299;p8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0" name="Google Shape;300;p86"/>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01"/>
        <p:cNvGrpSpPr/>
        <p:nvPr/>
      </p:nvGrpSpPr>
      <p:grpSpPr>
        <a:xfrm>
          <a:off x="0" y="0"/>
          <a:ext cx="0" cy="0"/>
          <a:chOff x="0" y="0"/>
          <a:chExt cx="0" cy="0"/>
        </a:xfrm>
      </p:grpSpPr>
      <p:sp>
        <p:nvSpPr>
          <p:cNvPr id="302" name="Google Shape;302;p8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3" name="Google Shape;303;p87"/>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4" name="Google Shape;304;p87"/>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05"/>
        <p:cNvGrpSpPr/>
        <p:nvPr/>
      </p:nvGrpSpPr>
      <p:grpSpPr>
        <a:xfrm>
          <a:off x="0" y="0"/>
          <a:ext cx="0" cy="0"/>
          <a:chOff x="0" y="0"/>
          <a:chExt cx="0" cy="0"/>
        </a:xfrm>
      </p:grpSpPr>
      <p:sp>
        <p:nvSpPr>
          <p:cNvPr id="306" name="Google Shape;306;p8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7" name="Google Shape;307;p8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8" name="Google Shape;308;p8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9" name="Google Shape;309;p88"/>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0" name="Google Shape;310;p88"/>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11"/>
        <p:cNvGrpSpPr/>
        <p:nvPr/>
      </p:nvGrpSpPr>
      <p:grpSpPr>
        <a:xfrm>
          <a:off x="0" y="0"/>
          <a:ext cx="0" cy="0"/>
          <a:chOff x="0" y="0"/>
          <a:chExt cx="0" cy="0"/>
        </a:xfrm>
      </p:grpSpPr>
      <p:sp>
        <p:nvSpPr>
          <p:cNvPr id="312" name="Google Shape;312;p8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89"/>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4" name="Google Shape;314;p89"/>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5" name="Google Shape;315;p89"/>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6" name="Google Shape;316;p89"/>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7" name="Google Shape;317;p89"/>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8" name="Google Shape;318;p89"/>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33"/>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34"/>
        <p:cNvGrpSpPr/>
        <p:nvPr/>
      </p:nvGrpSpPr>
      <p:grpSpPr>
        <a:xfrm>
          <a:off x="0" y="0"/>
          <a:ext cx="0" cy="0"/>
          <a:chOff x="0" y="0"/>
          <a:chExt cx="0" cy="0"/>
        </a:xfrm>
      </p:grpSpPr>
      <p:sp>
        <p:nvSpPr>
          <p:cNvPr id="335" name="Google Shape;335;p9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6" name="Google Shape;336;p90"/>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37"/>
        <p:cNvGrpSpPr/>
        <p:nvPr/>
      </p:nvGrpSpPr>
      <p:grpSpPr>
        <a:xfrm>
          <a:off x="0" y="0"/>
          <a:ext cx="0" cy="0"/>
          <a:chOff x="0" y="0"/>
          <a:chExt cx="0" cy="0"/>
        </a:xfrm>
      </p:grpSpPr>
      <p:sp>
        <p:nvSpPr>
          <p:cNvPr id="338" name="Google Shape;338;p9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9" name="Google Shape;339;p9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40"/>
        <p:cNvGrpSpPr/>
        <p:nvPr/>
      </p:nvGrpSpPr>
      <p:grpSpPr>
        <a:xfrm>
          <a:off x="0" y="0"/>
          <a:ext cx="0" cy="0"/>
          <a:chOff x="0" y="0"/>
          <a:chExt cx="0" cy="0"/>
        </a:xfrm>
      </p:grpSpPr>
      <p:sp>
        <p:nvSpPr>
          <p:cNvPr id="341" name="Google Shape;341;p9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2" name="Google Shape;342;p9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3" name="Google Shape;343;p9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4"/>
        <p:cNvGrpSpPr/>
        <p:nvPr/>
      </p:nvGrpSpPr>
      <p:grpSpPr>
        <a:xfrm>
          <a:off x="0" y="0"/>
          <a:ext cx="0" cy="0"/>
          <a:chOff x="0" y="0"/>
          <a:chExt cx="0" cy="0"/>
        </a:xfrm>
      </p:grpSpPr>
      <p:sp>
        <p:nvSpPr>
          <p:cNvPr id="345" name="Google Shape;345;p9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46"/>
        <p:cNvGrpSpPr/>
        <p:nvPr/>
      </p:nvGrpSpPr>
      <p:grpSpPr>
        <a:xfrm>
          <a:off x="0" y="0"/>
          <a:ext cx="0" cy="0"/>
          <a:chOff x="0" y="0"/>
          <a:chExt cx="0" cy="0"/>
        </a:xfrm>
      </p:grpSpPr>
      <p:sp>
        <p:nvSpPr>
          <p:cNvPr id="347" name="Google Shape;347;p94"/>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8"/>
        <p:cNvGrpSpPr/>
        <p:nvPr/>
      </p:nvGrpSpPr>
      <p:grpSpPr>
        <a:xfrm>
          <a:off x="0" y="0"/>
          <a:ext cx="0" cy="0"/>
          <a:chOff x="0" y="0"/>
          <a:chExt cx="0" cy="0"/>
        </a:xfrm>
      </p:grpSpPr>
      <p:sp>
        <p:nvSpPr>
          <p:cNvPr id="349" name="Google Shape;349;p9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0" name="Google Shape;350;p9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1" name="Google Shape;351;p95"/>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2" name="Google Shape;352;p9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53"/>
        <p:cNvGrpSpPr/>
        <p:nvPr/>
      </p:nvGrpSpPr>
      <p:grpSpPr>
        <a:xfrm>
          <a:off x="0" y="0"/>
          <a:ext cx="0" cy="0"/>
          <a:chOff x="0" y="0"/>
          <a:chExt cx="0" cy="0"/>
        </a:xfrm>
      </p:grpSpPr>
      <p:sp>
        <p:nvSpPr>
          <p:cNvPr id="354" name="Google Shape;354;p9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5" name="Google Shape;355;p96"/>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6" name="Google Shape;356;p9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7" name="Google Shape;357;p96"/>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58"/>
        <p:cNvGrpSpPr/>
        <p:nvPr/>
      </p:nvGrpSpPr>
      <p:grpSpPr>
        <a:xfrm>
          <a:off x="0" y="0"/>
          <a:ext cx="0" cy="0"/>
          <a:chOff x="0" y="0"/>
          <a:chExt cx="0" cy="0"/>
        </a:xfrm>
      </p:grpSpPr>
      <p:sp>
        <p:nvSpPr>
          <p:cNvPr id="359" name="Google Shape;359;p9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0" name="Google Shape;360;p9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1" name="Google Shape;361;p9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2" name="Google Shape;362;p97"/>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63"/>
        <p:cNvGrpSpPr/>
        <p:nvPr/>
      </p:nvGrpSpPr>
      <p:grpSpPr>
        <a:xfrm>
          <a:off x="0" y="0"/>
          <a:ext cx="0" cy="0"/>
          <a:chOff x="0" y="0"/>
          <a:chExt cx="0" cy="0"/>
        </a:xfrm>
      </p:grpSpPr>
      <p:sp>
        <p:nvSpPr>
          <p:cNvPr id="364" name="Google Shape;364;p9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5" name="Google Shape;365;p98"/>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6" name="Google Shape;366;p98"/>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67"/>
        <p:cNvGrpSpPr/>
        <p:nvPr/>
      </p:nvGrpSpPr>
      <p:grpSpPr>
        <a:xfrm>
          <a:off x="0" y="0"/>
          <a:ext cx="0" cy="0"/>
          <a:chOff x="0" y="0"/>
          <a:chExt cx="0" cy="0"/>
        </a:xfrm>
      </p:grpSpPr>
      <p:sp>
        <p:nvSpPr>
          <p:cNvPr id="368" name="Google Shape;368;p9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9" name="Google Shape;369;p9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0" name="Google Shape;370;p9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1" name="Google Shape;371;p99"/>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2" name="Google Shape;372;p99"/>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73"/>
        <p:cNvGrpSpPr/>
        <p:nvPr/>
      </p:nvGrpSpPr>
      <p:grpSpPr>
        <a:xfrm>
          <a:off x="0" y="0"/>
          <a:ext cx="0" cy="0"/>
          <a:chOff x="0" y="0"/>
          <a:chExt cx="0" cy="0"/>
        </a:xfrm>
      </p:grpSpPr>
      <p:sp>
        <p:nvSpPr>
          <p:cNvPr id="374" name="Google Shape;374;p10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5" name="Google Shape;375;p100"/>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6" name="Google Shape;376;p100"/>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7" name="Google Shape;377;p100"/>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8" name="Google Shape;378;p100"/>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9" name="Google Shape;379;p100"/>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80" name="Google Shape;380;p100"/>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95"/>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96"/>
        <p:cNvGrpSpPr/>
        <p:nvPr/>
      </p:nvGrpSpPr>
      <p:grpSpPr>
        <a:xfrm>
          <a:off x="0" y="0"/>
          <a:ext cx="0" cy="0"/>
          <a:chOff x="0" y="0"/>
          <a:chExt cx="0" cy="0"/>
        </a:xfrm>
      </p:grpSpPr>
      <p:sp>
        <p:nvSpPr>
          <p:cNvPr id="397" name="Google Shape;397;p10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8" name="Google Shape;398;p101"/>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99"/>
        <p:cNvGrpSpPr/>
        <p:nvPr/>
      </p:nvGrpSpPr>
      <p:grpSpPr>
        <a:xfrm>
          <a:off x="0" y="0"/>
          <a:ext cx="0" cy="0"/>
          <a:chOff x="0" y="0"/>
          <a:chExt cx="0" cy="0"/>
        </a:xfrm>
      </p:grpSpPr>
      <p:sp>
        <p:nvSpPr>
          <p:cNvPr id="400" name="Google Shape;400;p10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1" name="Google Shape;401;p102"/>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02"/>
        <p:cNvGrpSpPr/>
        <p:nvPr/>
      </p:nvGrpSpPr>
      <p:grpSpPr>
        <a:xfrm>
          <a:off x="0" y="0"/>
          <a:ext cx="0" cy="0"/>
          <a:chOff x="0" y="0"/>
          <a:chExt cx="0" cy="0"/>
        </a:xfrm>
      </p:grpSpPr>
      <p:sp>
        <p:nvSpPr>
          <p:cNvPr id="403" name="Google Shape;403;p10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4" name="Google Shape;404;p10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5" name="Google Shape;405;p10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6"/>
        <p:cNvGrpSpPr/>
        <p:nvPr/>
      </p:nvGrpSpPr>
      <p:grpSpPr>
        <a:xfrm>
          <a:off x="0" y="0"/>
          <a:ext cx="0" cy="0"/>
          <a:chOff x="0" y="0"/>
          <a:chExt cx="0" cy="0"/>
        </a:xfrm>
      </p:grpSpPr>
      <p:sp>
        <p:nvSpPr>
          <p:cNvPr id="407" name="Google Shape;407;p10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08"/>
        <p:cNvGrpSpPr/>
        <p:nvPr/>
      </p:nvGrpSpPr>
      <p:grpSpPr>
        <a:xfrm>
          <a:off x="0" y="0"/>
          <a:ext cx="0" cy="0"/>
          <a:chOff x="0" y="0"/>
          <a:chExt cx="0" cy="0"/>
        </a:xfrm>
      </p:grpSpPr>
      <p:sp>
        <p:nvSpPr>
          <p:cNvPr id="409" name="Google Shape;409;p105"/>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10"/>
        <p:cNvGrpSpPr/>
        <p:nvPr/>
      </p:nvGrpSpPr>
      <p:grpSpPr>
        <a:xfrm>
          <a:off x="0" y="0"/>
          <a:ext cx="0" cy="0"/>
          <a:chOff x="0" y="0"/>
          <a:chExt cx="0" cy="0"/>
        </a:xfrm>
      </p:grpSpPr>
      <p:sp>
        <p:nvSpPr>
          <p:cNvPr id="411" name="Google Shape;411;p10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2" name="Google Shape;412;p10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3" name="Google Shape;413;p106"/>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4" name="Google Shape;414;p10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15"/>
        <p:cNvGrpSpPr/>
        <p:nvPr/>
      </p:nvGrpSpPr>
      <p:grpSpPr>
        <a:xfrm>
          <a:off x="0" y="0"/>
          <a:ext cx="0" cy="0"/>
          <a:chOff x="0" y="0"/>
          <a:chExt cx="0" cy="0"/>
        </a:xfrm>
      </p:grpSpPr>
      <p:sp>
        <p:nvSpPr>
          <p:cNvPr id="416" name="Google Shape;416;p10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7" name="Google Shape;417;p10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8" name="Google Shape;418;p10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9" name="Google Shape;419;p107"/>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20"/>
        <p:cNvGrpSpPr/>
        <p:nvPr/>
      </p:nvGrpSpPr>
      <p:grpSpPr>
        <a:xfrm>
          <a:off x="0" y="0"/>
          <a:ext cx="0" cy="0"/>
          <a:chOff x="0" y="0"/>
          <a:chExt cx="0" cy="0"/>
        </a:xfrm>
      </p:grpSpPr>
      <p:sp>
        <p:nvSpPr>
          <p:cNvPr id="421" name="Google Shape;421;p10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2" name="Google Shape;422;p10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3" name="Google Shape;423;p10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4" name="Google Shape;424;p108"/>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25"/>
        <p:cNvGrpSpPr/>
        <p:nvPr/>
      </p:nvGrpSpPr>
      <p:grpSpPr>
        <a:xfrm>
          <a:off x="0" y="0"/>
          <a:ext cx="0" cy="0"/>
          <a:chOff x="0" y="0"/>
          <a:chExt cx="0" cy="0"/>
        </a:xfrm>
      </p:grpSpPr>
      <p:sp>
        <p:nvSpPr>
          <p:cNvPr id="426" name="Google Shape;426;p10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7" name="Google Shape;427;p109"/>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8" name="Google Shape;428;p109"/>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29"/>
        <p:cNvGrpSpPr/>
        <p:nvPr/>
      </p:nvGrpSpPr>
      <p:grpSpPr>
        <a:xfrm>
          <a:off x="0" y="0"/>
          <a:ext cx="0" cy="0"/>
          <a:chOff x="0" y="0"/>
          <a:chExt cx="0" cy="0"/>
        </a:xfrm>
      </p:grpSpPr>
      <p:sp>
        <p:nvSpPr>
          <p:cNvPr id="430" name="Google Shape;430;p11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1" name="Google Shape;431;p11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2" name="Google Shape;432;p110"/>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3" name="Google Shape;433;p11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4" name="Google Shape;434;p110"/>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35"/>
        <p:cNvGrpSpPr/>
        <p:nvPr/>
      </p:nvGrpSpPr>
      <p:grpSpPr>
        <a:xfrm>
          <a:off x="0" y="0"/>
          <a:ext cx="0" cy="0"/>
          <a:chOff x="0" y="0"/>
          <a:chExt cx="0" cy="0"/>
        </a:xfrm>
      </p:grpSpPr>
      <p:sp>
        <p:nvSpPr>
          <p:cNvPr id="436" name="Google Shape;436;p11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7" name="Google Shape;437;p111"/>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8" name="Google Shape;438;p111"/>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9" name="Google Shape;439;p111"/>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0" name="Google Shape;440;p111"/>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1" name="Google Shape;441;p111"/>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2" name="Google Shape;442;p111"/>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57"/>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458"/>
        <p:cNvGrpSpPr/>
        <p:nvPr/>
      </p:nvGrpSpPr>
      <p:grpSpPr>
        <a:xfrm>
          <a:off x="0" y="0"/>
          <a:ext cx="0" cy="0"/>
          <a:chOff x="0" y="0"/>
          <a:chExt cx="0" cy="0"/>
        </a:xfrm>
      </p:grpSpPr>
      <p:sp>
        <p:nvSpPr>
          <p:cNvPr id="459" name="Google Shape;459;p11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0" name="Google Shape;460;p112"/>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461"/>
        <p:cNvGrpSpPr/>
        <p:nvPr/>
      </p:nvGrpSpPr>
      <p:grpSpPr>
        <a:xfrm>
          <a:off x="0" y="0"/>
          <a:ext cx="0" cy="0"/>
          <a:chOff x="0" y="0"/>
          <a:chExt cx="0" cy="0"/>
        </a:xfrm>
      </p:grpSpPr>
      <p:sp>
        <p:nvSpPr>
          <p:cNvPr id="462" name="Google Shape;462;p11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3" name="Google Shape;463;p11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64"/>
        <p:cNvGrpSpPr/>
        <p:nvPr/>
      </p:nvGrpSpPr>
      <p:grpSpPr>
        <a:xfrm>
          <a:off x="0" y="0"/>
          <a:ext cx="0" cy="0"/>
          <a:chOff x="0" y="0"/>
          <a:chExt cx="0" cy="0"/>
        </a:xfrm>
      </p:grpSpPr>
      <p:sp>
        <p:nvSpPr>
          <p:cNvPr id="465" name="Google Shape;465;p11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6" name="Google Shape;466;p11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7" name="Google Shape;467;p11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8"/>
        <p:cNvGrpSpPr/>
        <p:nvPr/>
      </p:nvGrpSpPr>
      <p:grpSpPr>
        <a:xfrm>
          <a:off x="0" y="0"/>
          <a:ext cx="0" cy="0"/>
          <a:chOff x="0" y="0"/>
          <a:chExt cx="0" cy="0"/>
        </a:xfrm>
      </p:grpSpPr>
      <p:sp>
        <p:nvSpPr>
          <p:cNvPr id="469" name="Google Shape;469;p11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70"/>
        <p:cNvGrpSpPr/>
        <p:nvPr/>
      </p:nvGrpSpPr>
      <p:grpSpPr>
        <a:xfrm>
          <a:off x="0" y="0"/>
          <a:ext cx="0" cy="0"/>
          <a:chOff x="0" y="0"/>
          <a:chExt cx="0" cy="0"/>
        </a:xfrm>
      </p:grpSpPr>
      <p:sp>
        <p:nvSpPr>
          <p:cNvPr id="471" name="Google Shape;471;p116"/>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72"/>
        <p:cNvGrpSpPr/>
        <p:nvPr/>
      </p:nvGrpSpPr>
      <p:grpSpPr>
        <a:xfrm>
          <a:off x="0" y="0"/>
          <a:ext cx="0" cy="0"/>
          <a:chOff x="0" y="0"/>
          <a:chExt cx="0" cy="0"/>
        </a:xfrm>
      </p:grpSpPr>
      <p:sp>
        <p:nvSpPr>
          <p:cNvPr id="473" name="Google Shape;473;p1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1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5" name="Google Shape;475;p11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6" name="Google Shape;476;p11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77"/>
        <p:cNvGrpSpPr/>
        <p:nvPr/>
      </p:nvGrpSpPr>
      <p:grpSpPr>
        <a:xfrm>
          <a:off x="0" y="0"/>
          <a:ext cx="0" cy="0"/>
          <a:chOff x="0" y="0"/>
          <a:chExt cx="0" cy="0"/>
        </a:xfrm>
      </p:grpSpPr>
      <p:sp>
        <p:nvSpPr>
          <p:cNvPr id="478" name="Google Shape;478;p11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9" name="Google Shape;479;p11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0" name="Google Shape;480;p11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1" name="Google Shape;481;p118"/>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2"/>
        <p:cNvGrpSpPr/>
        <p:nvPr/>
      </p:nvGrpSpPr>
      <p:grpSpPr>
        <a:xfrm>
          <a:off x="0" y="0"/>
          <a:ext cx="0" cy="0"/>
          <a:chOff x="0" y="0"/>
          <a:chExt cx="0" cy="0"/>
        </a:xfrm>
      </p:grpSpPr>
      <p:sp>
        <p:nvSpPr>
          <p:cNvPr id="483" name="Google Shape;483;p1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4" name="Google Shape;484;p11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5" name="Google Shape;485;p11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6" name="Google Shape;486;p119"/>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87"/>
        <p:cNvGrpSpPr/>
        <p:nvPr/>
      </p:nvGrpSpPr>
      <p:grpSpPr>
        <a:xfrm>
          <a:off x="0" y="0"/>
          <a:ext cx="0" cy="0"/>
          <a:chOff x="0" y="0"/>
          <a:chExt cx="0" cy="0"/>
        </a:xfrm>
      </p:grpSpPr>
      <p:sp>
        <p:nvSpPr>
          <p:cNvPr id="488" name="Google Shape;488;p12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9" name="Google Shape;489;p120"/>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0" name="Google Shape;490;p120"/>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91"/>
        <p:cNvGrpSpPr/>
        <p:nvPr/>
      </p:nvGrpSpPr>
      <p:grpSpPr>
        <a:xfrm>
          <a:off x="0" y="0"/>
          <a:ext cx="0" cy="0"/>
          <a:chOff x="0" y="0"/>
          <a:chExt cx="0" cy="0"/>
        </a:xfrm>
      </p:grpSpPr>
      <p:sp>
        <p:nvSpPr>
          <p:cNvPr id="492" name="Google Shape;492;p1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3" name="Google Shape;493;p12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4" name="Google Shape;494;p12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5" name="Google Shape;495;p12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6" name="Google Shape;496;p121"/>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97"/>
        <p:cNvGrpSpPr/>
        <p:nvPr/>
      </p:nvGrpSpPr>
      <p:grpSpPr>
        <a:xfrm>
          <a:off x="0" y="0"/>
          <a:ext cx="0" cy="0"/>
          <a:chOff x="0" y="0"/>
          <a:chExt cx="0" cy="0"/>
        </a:xfrm>
      </p:grpSpPr>
      <p:sp>
        <p:nvSpPr>
          <p:cNvPr id="498" name="Google Shape;498;p12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9" name="Google Shape;499;p122"/>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0" name="Google Shape;500;p122"/>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1" name="Google Shape;501;p122"/>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2" name="Google Shape;502;p122"/>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3" name="Google Shape;503;p122"/>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4" name="Google Shape;504;p122"/>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image" Target="../media/image1.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image" Target="../media/image1.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theme" Target="../theme/theme6.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image" Target="../media/image1.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0.xml"/><Relationship Id="rId13" Type="http://schemas.openxmlformats.org/officeDocument/2006/relationships/theme" Target="../theme/theme7.xml"/><Relationship Id="rId3" Type="http://schemas.openxmlformats.org/officeDocument/2006/relationships/slideLayout" Target="../slideLayouts/slideLayout75.xml"/><Relationship Id="rId7" Type="http://schemas.openxmlformats.org/officeDocument/2006/relationships/slideLayout" Target="../slideLayouts/slideLayout79.xml"/><Relationship Id="rId12" Type="http://schemas.openxmlformats.org/officeDocument/2006/relationships/slideLayout" Target="../slideLayouts/slideLayout84.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11" Type="http://schemas.openxmlformats.org/officeDocument/2006/relationships/slideLayout" Target="../slideLayouts/slideLayout83.xml"/><Relationship Id="rId5" Type="http://schemas.openxmlformats.org/officeDocument/2006/relationships/slideLayout" Target="../slideLayouts/slideLayout77.xml"/><Relationship Id="rId10" Type="http://schemas.openxmlformats.org/officeDocument/2006/relationships/slideLayout" Target="../slideLayouts/slideLayout82.xml"/><Relationship Id="rId4" Type="http://schemas.openxmlformats.org/officeDocument/2006/relationships/slideLayout" Target="../slideLayouts/slideLayout76.xml"/><Relationship Id="rId9" Type="http://schemas.openxmlformats.org/officeDocument/2006/relationships/slideLayout" Target="../slideLayouts/slideLayout81.xml"/><Relationship Id="rId14" Type="http://schemas.openxmlformats.org/officeDocument/2006/relationships/image" Target="../media/image1.png"/></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2.xml"/><Relationship Id="rId13" Type="http://schemas.openxmlformats.org/officeDocument/2006/relationships/theme" Target="../theme/theme8.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slideLayout" Target="../slideLayouts/slideLayout96.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pic>
        <p:nvPicPr>
          <p:cNvPr id="10" name="Google Shape;10;p1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1" name="Google Shape;11;p17"/>
          <p:cNvGrpSpPr/>
          <p:nvPr/>
        </p:nvGrpSpPr>
        <p:grpSpPr>
          <a:xfrm>
            <a:off x="0" y="9865080"/>
            <a:ext cx="19009800" cy="809640"/>
            <a:chOff x="0" y="9865080"/>
            <a:chExt cx="19009800" cy="809640"/>
          </a:xfrm>
        </p:grpSpPr>
        <p:grpSp>
          <p:nvGrpSpPr>
            <p:cNvPr id="12" name="Google Shape;12;p17"/>
            <p:cNvGrpSpPr/>
            <p:nvPr/>
          </p:nvGrpSpPr>
          <p:grpSpPr>
            <a:xfrm>
              <a:off x="0" y="9865080"/>
              <a:ext cx="19009800" cy="809640"/>
              <a:chOff x="0" y="9865080"/>
              <a:chExt cx="19009800" cy="809640"/>
            </a:xfrm>
          </p:grpSpPr>
          <p:sp>
            <p:nvSpPr>
              <p:cNvPr id="13" name="Google Shape;13;p1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4" name="Google Shape;14;p1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5" name="Google Shape;15;p1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6" name="Google Shape;16;p1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7" name="Google Shape;17;p1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8" name="Google Shape;18;p1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9" name="Google Shape;19;p1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 name="Google Shape;20;p17"/>
            <p:cNvSpPr/>
            <p:nvPr/>
          </p:nvSpPr>
          <p:spPr>
            <a:xfrm>
              <a:off x="14227920" y="10028880"/>
              <a:ext cx="4781520" cy="51372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1" name="Google Shape;21;p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2" name="Google Shape;22;p1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1"/>
        <p:cNvGrpSpPr/>
        <p:nvPr/>
      </p:nvGrpSpPr>
      <p:grpSpPr>
        <a:xfrm>
          <a:off x="0" y="0"/>
          <a:ext cx="0" cy="0"/>
          <a:chOff x="0" y="0"/>
          <a:chExt cx="0" cy="0"/>
        </a:xfrm>
      </p:grpSpPr>
      <p:pic>
        <p:nvPicPr>
          <p:cNvPr id="72" name="Google Shape;72;p1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73" name="Google Shape;73;p19"/>
          <p:cNvGrpSpPr/>
          <p:nvPr/>
        </p:nvGrpSpPr>
        <p:grpSpPr>
          <a:xfrm>
            <a:off x="0" y="9865080"/>
            <a:ext cx="19009800" cy="809640"/>
            <a:chOff x="0" y="9865080"/>
            <a:chExt cx="19009800" cy="809640"/>
          </a:xfrm>
        </p:grpSpPr>
        <p:grpSp>
          <p:nvGrpSpPr>
            <p:cNvPr id="74" name="Google Shape;74;p19"/>
            <p:cNvGrpSpPr/>
            <p:nvPr/>
          </p:nvGrpSpPr>
          <p:grpSpPr>
            <a:xfrm>
              <a:off x="0" y="9865080"/>
              <a:ext cx="19009800" cy="809640"/>
              <a:chOff x="0" y="9865080"/>
              <a:chExt cx="19009800" cy="809640"/>
            </a:xfrm>
          </p:grpSpPr>
          <p:sp>
            <p:nvSpPr>
              <p:cNvPr id="75" name="Google Shape;75;p1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76" name="Google Shape;76;p1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77" name="Google Shape;77;p1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78" name="Google Shape;78;p1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79" name="Google Shape;79;p1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80" name="Google Shape;80;p1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81" name="Google Shape;81;p1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82" name="Google Shape;82;p1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83" name="Google Shape;83;p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4" name="Google Shape;84;p1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pic>
        <p:nvPicPr>
          <p:cNvPr id="134" name="Google Shape;134;p2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35" name="Google Shape;135;p21"/>
          <p:cNvGrpSpPr/>
          <p:nvPr/>
        </p:nvGrpSpPr>
        <p:grpSpPr>
          <a:xfrm>
            <a:off x="0" y="9865080"/>
            <a:ext cx="19009800" cy="809640"/>
            <a:chOff x="0" y="9865080"/>
            <a:chExt cx="19009800" cy="809640"/>
          </a:xfrm>
        </p:grpSpPr>
        <p:grpSp>
          <p:nvGrpSpPr>
            <p:cNvPr id="136" name="Google Shape;136;p21"/>
            <p:cNvGrpSpPr/>
            <p:nvPr/>
          </p:nvGrpSpPr>
          <p:grpSpPr>
            <a:xfrm>
              <a:off x="0" y="9865080"/>
              <a:ext cx="19009800" cy="809640"/>
              <a:chOff x="0" y="9865080"/>
              <a:chExt cx="19009800" cy="809640"/>
            </a:xfrm>
          </p:grpSpPr>
          <p:sp>
            <p:nvSpPr>
              <p:cNvPr id="137" name="Google Shape;137;p2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38" name="Google Shape;138;p2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39" name="Google Shape;139;p2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40" name="Google Shape;140;p2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41" name="Google Shape;141;p2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42" name="Google Shape;142;p2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43" name="Google Shape;143;p2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144" name="Google Shape;144;p2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145" name="Google Shape;145;p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146" name="Google Shape;146;p2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pic>
        <p:nvPicPr>
          <p:cNvPr id="196" name="Google Shape;196;p23"/>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97" name="Google Shape;197;p23"/>
          <p:cNvGrpSpPr/>
          <p:nvPr/>
        </p:nvGrpSpPr>
        <p:grpSpPr>
          <a:xfrm>
            <a:off x="0" y="9865080"/>
            <a:ext cx="19009800" cy="809640"/>
            <a:chOff x="0" y="9865080"/>
            <a:chExt cx="19009800" cy="809640"/>
          </a:xfrm>
        </p:grpSpPr>
        <p:grpSp>
          <p:nvGrpSpPr>
            <p:cNvPr id="198" name="Google Shape;198;p23"/>
            <p:cNvGrpSpPr/>
            <p:nvPr/>
          </p:nvGrpSpPr>
          <p:grpSpPr>
            <a:xfrm>
              <a:off x="0" y="9865080"/>
              <a:ext cx="19009800" cy="809640"/>
              <a:chOff x="0" y="9865080"/>
              <a:chExt cx="19009800" cy="809640"/>
            </a:xfrm>
          </p:grpSpPr>
          <p:sp>
            <p:nvSpPr>
              <p:cNvPr id="199" name="Google Shape;199;p23"/>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00" name="Google Shape;200;p23"/>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01" name="Google Shape;201;p23"/>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02" name="Google Shape;202;p23"/>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03" name="Google Shape;203;p23"/>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04" name="Google Shape;204;p23"/>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05" name="Google Shape;205;p23"/>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6" name="Google Shape;206;p23"/>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07" name="Google Shape;207;p2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08" name="Google Shape;208;p2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pic>
        <p:nvPicPr>
          <p:cNvPr id="258" name="Google Shape;258;p25"/>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259" name="Google Shape;259;p25"/>
          <p:cNvGrpSpPr/>
          <p:nvPr/>
        </p:nvGrpSpPr>
        <p:grpSpPr>
          <a:xfrm>
            <a:off x="0" y="9865080"/>
            <a:ext cx="19009800" cy="809640"/>
            <a:chOff x="0" y="9865080"/>
            <a:chExt cx="19009800" cy="809640"/>
          </a:xfrm>
        </p:grpSpPr>
        <p:grpSp>
          <p:nvGrpSpPr>
            <p:cNvPr id="260" name="Google Shape;260;p25"/>
            <p:cNvGrpSpPr/>
            <p:nvPr/>
          </p:nvGrpSpPr>
          <p:grpSpPr>
            <a:xfrm>
              <a:off x="0" y="9865080"/>
              <a:ext cx="19009800" cy="809640"/>
              <a:chOff x="0" y="9865080"/>
              <a:chExt cx="19009800" cy="809640"/>
            </a:xfrm>
          </p:grpSpPr>
          <p:sp>
            <p:nvSpPr>
              <p:cNvPr id="261" name="Google Shape;261;p25"/>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62" name="Google Shape;262;p25"/>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63" name="Google Shape;263;p25"/>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64" name="Google Shape;264;p25"/>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65" name="Google Shape;265;p25"/>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66" name="Google Shape;266;p25"/>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67" name="Google Shape;267;p25"/>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68" name="Google Shape;268;p25"/>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69" name="Google Shape;269;p2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70" name="Google Shape;270;p25"/>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9"/>
        <p:cNvGrpSpPr/>
        <p:nvPr/>
      </p:nvGrpSpPr>
      <p:grpSpPr>
        <a:xfrm>
          <a:off x="0" y="0"/>
          <a:ext cx="0" cy="0"/>
          <a:chOff x="0" y="0"/>
          <a:chExt cx="0" cy="0"/>
        </a:xfrm>
      </p:grpSpPr>
      <p:pic>
        <p:nvPicPr>
          <p:cNvPr id="320" name="Google Shape;320;p2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21" name="Google Shape;321;p27"/>
          <p:cNvGrpSpPr/>
          <p:nvPr/>
        </p:nvGrpSpPr>
        <p:grpSpPr>
          <a:xfrm>
            <a:off x="0" y="9865080"/>
            <a:ext cx="19009800" cy="809640"/>
            <a:chOff x="0" y="9865080"/>
            <a:chExt cx="19009800" cy="809640"/>
          </a:xfrm>
        </p:grpSpPr>
        <p:grpSp>
          <p:nvGrpSpPr>
            <p:cNvPr id="322" name="Google Shape;322;p27"/>
            <p:cNvGrpSpPr/>
            <p:nvPr/>
          </p:nvGrpSpPr>
          <p:grpSpPr>
            <a:xfrm>
              <a:off x="0" y="9865080"/>
              <a:ext cx="19009800" cy="809640"/>
              <a:chOff x="0" y="9865080"/>
              <a:chExt cx="19009800" cy="809640"/>
            </a:xfrm>
          </p:grpSpPr>
          <p:sp>
            <p:nvSpPr>
              <p:cNvPr id="323" name="Google Shape;323;p2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24" name="Google Shape;324;p2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25" name="Google Shape;325;p2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26" name="Google Shape;326;p2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27" name="Google Shape;327;p2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28" name="Google Shape;328;p2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29" name="Google Shape;329;p2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30" name="Google Shape;330;p27"/>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31" name="Google Shape;331;p2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32" name="Google Shape;332;p2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pic>
        <p:nvPicPr>
          <p:cNvPr id="382" name="Google Shape;382;p2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83" name="Google Shape;383;p29"/>
          <p:cNvGrpSpPr/>
          <p:nvPr/>
        </p:nvGrpSpPr>
        <p:grpSpPr>
          <a:xfrm>
            <a:off x="0" y="9865080"/>
            <a:ext cx="19009800" cy="809640"/>
            <a:chOff x="0" y="9865080"/>
            <a:chExt cx="19009800" cy="809640"/>
          </a:xfrm>
        </p:grpSpPr>
        <p:grpSp>
          <p:nvGrpSpPr>
            <p:cNvPr id="384" name="Google Shape;384;p29"/>
            <p:cNvGrpSpPr/>
            <p:nvPr/>
          </p:nvGrpSpPr>
          <p:grpSpPr>
            <a:xfrm>
              <a:off x="0" y="9865080"/>
              <a:ext cx="19009800" cy="809640"/>
              <a:chOff x="0" y="9865080"/>
              <a:chExt cx="19009800" cy="809640"/>
            </a:xfrm>
          </p:grpSpPr>
          <p:sp>
            <p:nvSpPr>
              <p:cNvPr id="385" name="Google Shape;385;p2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86" name="Google Shape;386;p2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87" name="Google Shape;387;p2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88" name="Google Shape;388;p2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89" name="Google Shape;389;p2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90" name="Google Shape;390;p2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91" name="Google Shape;391;p2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92" name="Google Shape;392;p2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93" name="Google Shape;393;p2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94" name="Google Shape;394;p2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3"/>
        <p:cNvGrpSpPr/>
        <p:nvPr/>
      </p:nvGrpSpPr>
      <p:grpSpPr>
        <a:xfrm>
          <a:off x="0" y="0"/>
          <a:ext cx="0" cy="0"/>
          <a:chOff x="0" y="0"/>
          <a:chExt cx="0" cy="0"/>
        </a:xfrm>
      </p:grpSpPr>
      <p:pic>
        <p:nvPicPr>
          <p:cNvPr id="444" name="Google Shape;444;p3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445" name="Google Shape;445;p31"/>
          <p:cNvGrpSpPr/>
          <p:nvPr/>
        </p:nvGrpSpPr>
        <p:grpSpPr>
          <a:xfrm>
            <a:off x="0" y="9865080"/>
            <a:ext cx="19009800" cy="809640"/>
            <a:chOff x="0" y="9865080"/>
            <a:chExt cx="19009800" cy="809640"/>
          </a:xfrm>
        </p:grpSpPr>
        <p:grpSp>
          <p:nvGrpSpPr>
            <p:cNvPr id="446" name="Google Shape;446;p31"/>
            <p:cNvGrpSpPr/>
            <p:nvPr/>
          </p:nvGrpSpPr>
          <p:grpSpPr>
            <a:xfrm>
              <a:off x="0" y="9865080"/>
              <a:ext cx="19009800" cy="809640"/>
              <a:chOff x="0" y="9865080"/>
              <a:chExt cx="19009800" cy="809640"/>
            </a:xfrm>
          </p:grpSpPr>
          <p:sp>
            <p:nvSpPr>
              <p:cNvPr id="447" name="Google Shape;447;p3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448" name="Google Shape;448;p3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449" name="Google Shape;449;p3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450" name="Google Shape;450;p3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451" name="Google Shape;451;p3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452" name="Google Shape;452;p3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453" name="Google Shape;453;p3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454" name="Google Shape;454;p3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455" name="Google Shape;455;p3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56" name="Google Shape;456;p3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5.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85.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85.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85.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8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sp>
        <p:nvSpPr>
          <p:cNvPr id="573" name="Google Shape;573;p1"/>
          <p:cNvSpPr/>
          <p:nvPr/>
        </p:nvSpPr>
        <p:spPr>
          <a:xfrm>
            <a:off x="1775640" y="4199226"/>
            <a:ext cx="14812920" cy="1133543"/>
          </a:xfrm>
          <a:prstGeom prst="rect">
            <a:avLst/>
          </a:prstGeom>
          <a:noFill/>
          <a:ln>
            <a:noFill/>
          </a:ln>
        </p:spPr>
        <p:txBody>
          <a:bodyPr spcFirstLastPara="1" wrap="square" lIns="0" tIns="12600" rIns="0" bIns="0" anchor="t" anchorCtr="0">
            <a:spAutoFit/>
          </a:bodyPr>
          <a:lstStyle/>
          <a:p>
            <a:pPr marL="1222920" indent="-1211040" algn="ctr">
              <a:lnSpc>
                <a:spcPct val="100000"/>
              </a:lnSpc>
              <a:spcBef>
                <a:spcPts val="99"/>
              </a:spcBef>
              <a:buNone/>
              <a:tabLst>
                <a:tab pos="0" algn="l"/>
              </a:tabLst>
            </a:pPr>
            <a:r>
              <a:rPr lang="en-US" sz="7200" b="1" spc="-7" dirty="0">
                <a:solidFill>
                  <a:srgbClr val="00318B"/>
                </a:solidFill>
                <a:latin typeface="Calibri"/>
              </a:rPr>
              <a:t>Taste of Home</a:t>
            </a:r>
            <a:endParaRPr lang="en-US" sz="7200" b="1" strike="noStrike" spc="-1" dirty="0">
              <a:latin typeface="Arial"/>
            </a:endParaRPr>
          </a:p>
        </p:txBody>
      </p:sp>
      <p:sp>
        <p:nvSpPr>
          <p:cNvPr id="574" name="Google Shape;574;p1"/>
          <p:cNvSpPr/>
          <p:nvPr/>
        </p:nvSpPr>
        <p:spPr>
          <a:xfrm rot="10800000" flipH="1">
            <a:off x="2600810" y="4982061"/>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575" name="Google Shape;575;p1"/>
          <p:cNvSpPr/>
          <p:nvPr/>
        </p:nvSpPr>
        <p:spPr>
          <a:xfrm>
            <a:off x="183960" y="7299360"/>
            <a:ext cx="7496640" cy="1323384"/>
          </a:xfrm>
          <a:prstGeom prst="rect">
            <a:avLst/>
          </a:prstGeom>
          <a:noFill/>
          <a:ln>
            <a:noFill/>
          </a:ln>
        </p:spPr>
        <p:txBody>
          <a:bodyPr spcFirstLastPara="1" wrap="square" lIns="0" tIns="5025" rIns="0" bIns="0" anchor="t" anchorCtr="0">
            <a:spAutoFit/>
          </a:bodyPr>
          <a:lstStyle/>
          <a:p>
            <a:pPr>
              <a:lnSpc>
                <a:spcPct val="150000"/>
              </a:lnSpc>
              <a:spcBef>
                <a:spcPts val="99"/>
              </a:spcBef>
              <a:buNone/>
              <a:tabLst>
                <a:tab pos="128160" algn="l"/>
              </a:tabLst>
            </a:pPr>
            <a:r>
              <a:rPr lang="en-US" sz="2800" b="1" strike="noStrike" spc="-1" dirty="0">
                <a:solidFill>
                  <a:srgbClr val="231F20"/>
                </a:solidFill>
                <a:latin typeface="Calibri"/>
                <a:ea typeface="DejaVu Sans"/>
              </a:rPr>
              <a:t>Name	</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 Gandhi Nisarg Ketan</a:t>
            </a:r>
            <a:endParaRPr lang="en-US" sz="2800" b="0" strike="noStrike" spc="-1" dirty="0">
              <a:latin typeface="Arial"/>
            </a:endParaRPr>
          </a:p>
          <a:p>
            <a:pPr>
              <a:lnSpc>
                <a:spcPct val="150000"/>
              </a:lnSpc>
              <a:spcBef>
                <a:spcPts val="99"/>
              </a:spcBef>
              <a:buNone/>
              <a:tabLst>
                <a:tab pos="128160" algn="l"/>
              </a:tabLst>
            </a:pPr>
            <a:r>
              <a:rPr lang="en-US" sz="2800" b="1" strike="noStrike" spc="-1" dirty="0">
                <a:solidFill>
                  <a:srgbClr val="231F20"/>
                </a:solidFill>
                <a:latin typeface="Calibri"/>
                <a:ea typeface="DejaVu Sans"/>
              </a:rPr>
              <a:t>SRN</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PES1PG22CA070</a:t>
            </a:r>
            <a:endParaRPr lang="en-US" sz="2800" b="0" strike="noStrike" spc="-1" dirty="0">
              <a:latin typeface="Arial"/>
            </a:endParaRPr>
          </a:p>
        </p:txBody>
      </p:sp>
      <p:sp>
        <p:nvSpPr>
          <p:cNvPr id="576" name="Google Shape;576;p1"/>
          <p:cNvSpPr/>
          <p:nvPr/>
        </p:nvSpPr>
        <p:spPr>
          <a:xfrm>
            <a:off x="0" y="6257880"/>
            <a:ext cx="4780080" cy="82728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577" name="Google Shape;577;p1"/>
          <p:cNvSpPr/>
          <p:nvPr/>
        </p:nvSpPr>
        <p:spPr>
          <a:xfrm>
            <a:off x="0" y="6368040"/>
            <a:ext cx="478008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Student Details</a:t>
            </a:r>
            <a:endParaRPr sz="3600" b="0" i="0" u="none" strike="noStrike" cap="none">
              <a:latin typeface="Arial"/>
              <a:ea typeface="Arial"/>
              <a:cs typeface="Arial"/>
              <a:sym typeface="Arial"/>
            </a:endParaRPr>
          </a:p>
        </p:txBody>
      </p:sp>
      <p:grpSp>
        <p:nvGrpSpPr>
          <p:cNvPr id="578" name="Google Shape;578;p1"/>
          <p:cNvGrpSpPr/>
          <p:nvPr/>
        </p:nvGrpSpPr>
        <p:grpSpPr>
          <a:xfrm>
            <a:off x="14249160" y="6249240"/>
            <a:ext cx="4780440" cy="827280"/>
            <a:chOff x="14249160" y="6249240"/>
            <a:chExt cx="4780440" cy="827280"/>
          </a:xfrm>
        </p:grpSpPr>
        <p:sp>
          <p:nvSpPr>
            <p:cNvPr id="579" name="Google Shape;579;p1"/>
            <p:cNvSpPr/>
            <p:nvPr/>
          </p:nvSpPr>
          <p:spPr>
            <a:xfrm flipH="1">
              <a:off x="14704560" y="6249240"/>
              <a:ext cx="4325040" cy="8272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80" name="Google Shape;580;p1"/>
            <p:cNvSpPr/>
            <p:nvPr/>
          </p:nvSpPr>
          <p:spPr>
            <a:xfrm flipH="1">
              <a:off x="14249160" y="6249240"/>
              <a:ext cx="787320" cy="8272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81" name="Google Shape;581;p1"/>
          <p:cNvSpPr/>
          <p:nvPr/>
        </p:nvSpPr>
        <p:spPr>
          <a:xfrm flipH="1">
            <a:off x="14249520" y="6369480"/>
            <a:ext cx="474480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Guide Details</a:t>
            </a:r>
            <a:endParaRPr sz="3600" b="0" i="0" u="none" strike="noStrike" cap="none">
              <a:latin typeface="Arial"/>
              <a:ea typeface="Arial"/>
              <a:cs typeface="Arial"/>
              <a:sym typeface="Arial"/>
            </a:endParaRPr>
          </a:p>
        </p:txBody>
      </p:sp>
      <p:sp>
        <p:nvSpPr>
          <p:cNvPr id="582" name="Google Shape;582;p1"/>
          <p:cNvSpPr/>
          <p:nvPr/>
        </p:nvSpPr>
        <p:spPr>
          <a:xfrm>
            <a:off x="14621553" y="7032384"/>
            <a:ext cx="4388760" cy="2628869"/>
          </a:xfrm>
          <a:prstGeom prst="rect">
            <a:avLst/>
          </a:prstGeom>
          <a:noFill/>
          <a:ln>
            <a:noFill/>
          </a:ln>
        </p:spPr>
        <p:txBody>
          <a:bodyPr spcFirstLastPara="1" wrap="square" lIns="0" tIns="5025" rIns="0" bIns="0" anchor="t" anchorCtr="0">
            <a:spAutoFit/>
          </a:bodyPr>
          <a:lstStyle/>
          <a:p>
            <a:pPr algn="ctr">
              <a:lnSpc>
                <a:spcPct val="150000"/>
              </a:lnSpc>
              <a:spcBef>
                <a:spcPts val="99"/>
              </a:spcBef>
              <a:buNone/>
              <a:tabLst>
                <a:tab pos="128160" algn="l"/>
              </a:tabLst>
            </a:pPr>
            <a:r>
              <a:rPr lang="en-US" sz="2800" b="1" spc="-1" dirty="0">
                <a:solidFill>
                  <a:srgbClr val="231F20"/>
                </a:solidFill>
                <a:latin typeface="Calibri"/>
              </a:rPr>
              <a:t>Ms. Ganga </a:t>
            </a:r>
            <a:r>
              <a:rPr lang="en-US" sz="2800" b="1" spc="-1" dirty="0" err="1">
                <a:solidFill>
                  <a:srgbClr val="231F20"/>
                </a:solidFill>
                <a:latin typeface="Calibri"/>
              </a:rPr>
              <a:t>Gudi</a:t>
            </a:r>
            <a:r>
              <a:rPr lang="en-US" sz="2800" b="1" spc="-1" dirty="0">
                <a:solidFill>
                  <a:srgbClr val="231F20"/>
                </a:solidFill>
                <a:latin typeface="Calibri"/>
              </a:rPr>
              <a:t>,</a:t>
            </a:r>
          </a:p>
          <a:p>
            <a:pPr algn="ctr">
              <a:lnSpc>
                <a:spcPct val="150000"/>
              </a:lnSpc>
              <a:spcBef>
                <a:spcPts val="99"/>
              </a:spcBef>
              <a:buNone/>
              <a:tabLst>
                <a:tab pos="128160" algn="l"/>
              </a:tabLst>
            </a:pPr>
            <a:r>
              <a:rPr lang="en-US" sz="2800" b="1" strike="noStrike" spc="-1" dirty="0">
                <a:solidFill>
                  <a:srgbClr val="231F20"/>
                </a:solidFill>
                <a:latin typeface="Calibri"/>
              </a:rPr>
              <a:t>Assistant Professor</a:t>
            </a:r>
          </a:p>
          <a:p>
            <a:pPr algn="ctr">
              <a:lnSpc>
                <a:spcPct val="150000"/>
              </a:lnSpc>
              <a:spcBef>
                <a:spcPts val="99"/>
              </a:spcBef>
              <a:buNone/>
              <a:tabLst>
                <a:tab pos="128160" algn="l"/>
              </a:tabLst>
            </a:pPr>
            <a:r>
              <a:rPr lang="en-US" sz="2800" b="1" spc="-1" dirty="0">
                <a:solidFill>
                  <a:srgbClr val="231F20"/>
                </a:solidFill>
                <a:latin typeface="Calibri"/>
              </a:rPr>
              <a:t>Department of Computer Applications</a:t>
            </a:r>
            <a:endParaRPr lang="en-US" sz="2800" b="0" strike="noStrike" spc="-1" dirty="0">
              <a:latin typeface="Arial"/>
            </a:endParaRPr>
          </a:p>
        </p:txBody>
      </p:sp>
      <p:sp>
        <p:nvSpPr>
          <p:cNvPr id="2" name="Rectangle 1">
            <a:extLst>
              <a:ext uri="{FF2B5EF4-FFF2-40B4-BE49-F238E27FC236}">
                <a16:creationId xmlns:a16="http://schemas.microsoft.com/office/drawing/2014/main" id="{A8ED01FF-FDC2-EC52-E8E5-F469F03691AA}"/>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grpSp>
        <p:nvGrpSpPr>
          <p:cNvPr id="590" name="Google Shape;590;p2"/>
          <p:cNvGrpSpPr/>
          <p:nvPr/>
        </p:nvGrpSpPr>
        <p:grpSpPr>
          <a:xfrm>
            <a:off x="0" y="839520"/>
            <a:ext cx="5120280" cy="1037880"/>
            <a:chOff x="0" y="839520"/>
            <a:chExt cx="5120280" cy="1037880"/>
          </a:xfrm>
        </p:grpSpPr>
        <p:sp>
          <p:nvSpPr>
            <p:cNvPr id="591" name="Google Shape;591;p2"/>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92" name="Google Shape;592;p2"/>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93" name="Google Shape;593;p2"/>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Abstract</a:t>
            </a:r>
            <a:endParaRPr sz="4400" b="0" i="0" u="none" strike="noStrike" cap="none">
              <a:latin typeface="Arial"/>
              <a:ea typeface="Arial"/>
              <a:cs typeface="Arial"/>
              <a:sym typeface="Arial"/>
            </a:endParaRPr>
          </a:p>
        </p:txBody>
      </p:sp>
      <p:sp>
        <p:nvSpPr>
          <p:cNvPr id="595" name="Google Shape;595;p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598" name="Google Shape;598;p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dirty="0">
                <a:solidFill>
                  <a:schemeClr val="lt1"/>
                </a:solidFill>
                <a:latin typeface="Calibri"/>
                <a:ea typeface="Calibri"/>
                <a:cs typeface="Calibri"/>
                <a:sym typeface="Calibri"/>
              </a:rPr>
              <a:t>   UQ21CA761B Project Work Phase II</a:t>
            </a:r>
            <a:endParaRPr sz="2300" b="1" dirty="0">
              <a:solidFill>
                <a:schemeClr val="lt1"/>
              </a:solidFill>
              <a:latin typeface="Calibri"/>
              <a:ea typeface="Calibri"/>
              <a:cs typeface="Calibri"/>
              <a:sym typeface="Calibri"/>
            </a:endParaRPr>
          </a:p>
        </p:txBody>
      </p:sp>
      <p:sp>
        <p:nvSpPr>
          <p:cNvPr id="12" name="object 10">
            <a:extLst>
              <a:ext uri="{FF2B5EF4-FFF2-40B4-BE49-F238E27FC236}">
                <a16:creationId xmlns:a16="http://schemas.microsoft.com/office/drawing/2014/main" id="{5AF57AC2-A81E-152A-D935-F224C041D213}"/>
              </a:ext>
            </a:extLst>
          </p:cNvPr>
          <p:cNvSpPr/>
          <p:nvPr/>
        </p:nvSpPr>
        <p:spPr>
          <a:xfrm>
            <a:off x="114120" y="2575560"/>
            <a:ext cx="16604160" cy="7083950"/>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457200" indent="-457200" algn="just">
              <a:buFont typeface="Arial" panose="020B0604020202020204" pitchFamily="34" charset="0"/>
              <a:buChar char="•"/>
            </a:pPr>
            <a:r>
              <a:rPr lang="en-IN" sz="4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is a MERN Stack Web platform connecting local food producers with consumers, empowering home cooks to offer their specialties. </a:t>
            </a:r>
          </a:p>
          <a:p>
            <a:pPr marL="457200" indent="-457200" algn="just">
              <a:buFont typeface="Arial" panose="020B0604020202020204" pitchFamily="34" charset="0"/>
              <a:buChar char="•"/>
            </a:pPr>
            <a:endPar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457200" indent="-457200" algn="just">
              <a:buFont typeface="Arial" panose="020B0604020202020204" pitchFamily="34" charset="0"/>
              <a:buChar char="•"/>
            </a:pPr>
            <a:r>
              <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Key features include user profiles, detailed listings of items, messaging, rating system and secure payment system.</a:t>
            </a:r>
          </a:p>
          <a:p>
            <a:pPr marL="457200" indent="-457200" algn="just">
              <a:buFont typeface="Arial" panose="020B0604020202020204" pitchFamily="34" charset="0"/>
              <a:buChar char="•"/>
            </a:pPr>
            <a:endParaRPr lang="en-IN" sz="4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457200" indent="-457200" algn="just">
              <a:buFont typeface="Arial" panose="020B0604020202020204" pitchFamily="34" charset="0"/>
              <a:buChar char="•"/>
            </a:pPr>
            <a:r>
              <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platform aims to reduce food waste and contribute to local economies, redefining the digital experience of sharing homemade delights.</a:t>
            </a:r>
            <a:endParaRPr lang="en-IN" sz="4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424E0050-3136-C91B-4FAE-0F3C8E81833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6" name="Google Shape;606;p3"/>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Problem Definition</a:t>
            </a:r>
            <a:endParaRPr sz="4400" b="0" i="0" u="none" strike="noStrike" cap="none">
              <a:latin typeface="Arial"/>
              <a:ea typeface="Arial"/>
              <a:cs typeface="Arial"/>
              <a:sym typeface="Arial"/>
            </a:endParaRPr>
          </a:p>
        </p:txBody>
      </p:sp>
      <p:sp>
        <p:nvSpPr>
          <p:cNvPr id="608" name="Google Shape;608;p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611" name="Google Shape;611;p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grpSp>
        <p:nvGrpSpPr>
          <p:cNvPr id="2" name="Group 15">
            <a:extLst>
              <a:ext uri="{FF2B5EF4-FFF2-40B4-BE49-F238E27FC236}">
                <a16:creationId xmlns:a16="http://schemas.microsoft.com/office/drawing/2014/main" id="{79D94332-19E0-A430-E5BE-5479E8B3FE5B}"/>
              </a:ext>
            </a:extLst>
          </p:cNvPr>
          <p:cNvGrpSpPr/>
          <p:nvPr/>
        </p:nvGrpSpPr>
        <p:grpSpPr>
          <a:xfrm>
            <a:off x="0" y="839520"/>
            <a:ext cx="5120280" cy="1037880"/>
            <a:chOff x="0" y="839520"/>
            <a:chExt cx="5120280" cy="1037880"/>
          </a:xfrm>
        </p:grpSpPr>
        <p:sp>
          <p:nvSpPr>
            <p:cNvPr id="3" name="object 82">
              <a:extLst>
                <a:ext uri="{FF2B5EF4-FFF2-40B4-BE49-F238E27FC236}">
                  <a16:creationId xmlns:a16="http://schemas.microsoft.com/office/drawing/2014/main" id="{CBC3D5D5-44AE-5BDE-3994-70B8546263E5}"/>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4" name="object 83">
              <a:extLst>
                <a:ext uri="{FF2B5EF4-FFF2-40B4-BE49-F238E27FC236}">
                  <a16:creationId xmlns:a16="http://schemas.microsoft.com/office/drawing/2014/main" id="{B16D8426-6B17-A5CF-D5EB-EA279D7E4B87}"/>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5" name="object 84">
            <a:extLst>
              <a:ext uri="{FF2B5EF4-FFF2-40B4-BE49-F238E27FC236}">
                <a16:creationId xmlns:a16="http://schemas.microsoft.com/office/drawing/2014/main" id="{78BF39B6-1936-4315-00CB-77382BB98601}"/>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Problem Scenario</a:t>
            </a:r>
            <a:endParaRPr lang="en-US" sz="4400" b="0" strike="noStrike" spc="-1" dirty="0">
              <a:latin typeface="Arial"/>
            </a:endParaRPr>
          </a:p>
        </p:txBody>
      </p:sp>
      <p:sp>
        <p:nvSpPr>
          <p:cNvPr id="6" name="object 85">
            <a:extLst>
              <a:ext uri="{FF2B5EF4-FFF2-40B4-BE49-F238E27FC236}">
                <a16:creationId xmlns:a16="http://schemas.microsoft.com/office/drawing/2014/main" id="{D8290CE5-D559-B9C4-DA66-49431013596B}"/>
              </a:ext>
            </a:extLst>
          </p:cNvPr>
          <p:cNvSpPr/>
          <p:nvPr/>
        </p:nvSpPr>
        <p:spPr>
          <a:xfrm>
            <a:off x="451970" y="2890647"/>
            <a:ext cx="18104760" cy="7706878"/>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US"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Limited Connectivity</a:t>
            </a:r>
            <a:r>
              <a:rPr lang="en-IN"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Challenge in efficiently connecting local food producers with potential consumers.</a:t>
            </a:r>
          </a:p>
          <a:p>
            <a:pPr algn="just">
              <a:lnSpc>
                <a:spcPct val="115000"/>
              </a:lnSpc>
              <a:spcBef>
                <a:spcPts val="850"/>
              </a:spcBef>
              <a:spcAft>
                <a:spcPts val="850"/>
              </a:spcAft>
              <a:buClr>
                <a:srgbClr val="000000"/>
              </a:buClr>
            </a:pPr>
            <a:endPar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1"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Underutilized Culinary Talents</a:t>
            </a:r>
            <a:r>
              <a:rPr lang="en-US" sz="36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Local producers face difficulties in showcasing and promoting their unique specialties.</a:t>
            </a:r>
          </a:p>
          <a:p>
            <a:pPr algn="just">
              <a:lnSpc>
                <a:spcPct val="115000"/>
              </a:lnSpc>
              <a:spcBef>
                <a:spcPts val="850"/>
              </a:spcBef>
              <a:spcAft>
                <a:spcPts val="850"/>
              </a:spcAft>
              <a:buClr>
                <a:srgbClr val="000000"/>
              </a:buClr>
            </a:pPr>
            <a:endPar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Food Waste in Traditional Supply Chains: </a:t>
            </a:r>
            <a:r>
              <a:rPr lang="en-IN"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Existing food supply chains contribute to food waste, lacking a streamlined approach for demand and supply matching.</a:t>
            </a:r>
            <a:endPar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endParaRPr lang="en-US"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just">
              <a:lnSpc>
                <a:spcPct val="115000"/>
              </a:lnSpc>
              <a:spcBef>
                <a:spcPts val="850"/>
              </a:spcBef>
              <a:spcAft>
                <a:spcPts val="850"/>
              </a:spcAft>
              <a:buClr>
                <a:srgbClr val="000000"/>
              </a:buClr>
            </a:pPr>
            <a:endParaRPr lang="en-US" sz="3600" b="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12" name="Rectangle 11">
            <a:extLst>
              <a:ext uri="{FF2B5EF4-FFF2-40B4-BE49-F238E27FC236}">
                <a16:creationId xmlns:a16="http://schemas.microsoft.com/office/drawing/2014/main" id="{0607086C-199B-3BF4-3EEA-20C4DCAC4D7D}"/>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81565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467E8ED-49DC-471C-F6A1-613A8798502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bject 84">
            <a:extLst>
              <a:ext uri="{FF2B5EF4-FFF2-40B4-BE49-F238E27FC236}">
                <a16:creationId xmlns:a16="http://schemas.microsoft.com/office/drawing/2014/main" id="{E80B4F80-4D40-96DA-9281-37895BB372C4}"/>
              </a:ext>
            </a:extLst>
          </p:cNvPr>
          <p:cNvSpPr/>
          <p:nvPr/>
        </p:nvSpPr>
        <p:spPr>
          <a:xfrm>
            <a:off x="135030" y="57980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4" name="object 84">
            <a:extLst>
              <a:ext uri="{FF2B5EF4-FFF2-40B4-BE49-F238E27FC236}">
                <a16:creationId xmlns:a16="http://schemas.microsoft.com/office/drawing/2014/main" id="{6CB2781D-61A9-E8DD-AAFB-B3501353D95C}"/>
              </a:ext>
            </a:extLst>
          </p:cNvPr>
          <p:cNvSpPr/>
          <p:nvPr/>
        </p:nvSpPr>
        <p:spPr>
          <a:xfrm>
            <a:off x="287430" y="59504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grpSp>
        <p:nvGrpSpPr>
          <p:cNvPr id="15" name="Group 15">
            <a:extLst>
              <a:ext uri="{FF2B5EF4-FFF2-40B4-BE49-F238E27FC236}">
                <a16:creationId xmlns:a16="http://schemas.microsoft.com/office/drawing/2014/main" id="{D958360A-76D8-30A7-725C-EAE53777FB97}"/>
              </a:ext>
            </a:extLst>
          </p:cNvPr>
          <p:cNvGrpSpPr/>
          <p:nvPr/>
        </p:nvGrpSpPr>
        <p:grpSpPr>
          <a:xfrm>
            <a:off x="0" y="839520"/>
            <a:ext cx="5120280" cy="1037880"/>
            <a:chOff x="0" y="839520"/>
            <a:chExt cx="5120280" cy="1037880"/>
          </a:xfrm>
        </p:grpSpPr>
        <p:sp>
          <p:nvSpPr>
            <p:cNvPr id="16" name="object 82">
              <a:extLst>
                <a:ext uri="{FF2B5EF4-FFF2-40B4-BE49-F238E27FC236}">
                  <a16:creationId xmlns:a16="http://schemas.microsoft.com/office/drawing/2014/main" id="{7DBAEDA6-8842-405B-D63D-7603A3AAF0CB}"/>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17" name="object 83">
              <a:extLst>
                <a:ext uri="{FF2B5EF4-FFF2-40B4-BE49-F238E27FC236}">
                  <a16:creationId xmlns:a16="http://schemas.microsoft.com/office/drawing/2014/main" id="{1BFBFDF3-D257-7403-3A95-7F6DDD88A586}"/>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18" name="object 84">
            <a:extLst>
              <a:ext uri="{FF2B5EF4-FFF2-40B4-BE49-F238E27FC236}">
                <a16:creationId xmlns:a16="http://schemas.microsoft.com/office/drawing/2014/main" id="{21154814-A3CC-C793-C64F-4B97A41C6F55}"/>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9" name="object 85">
            <a:extLst>
              <a:ext uri="{FF2B5EF4-FFF2-40B4-BE49-F238E27FC236}">
                <a16:creationId xmlns:a16="http://schemas.microsoft.com/office/drawing/2014/main" id="{F9428100-A42D-AB35-A706-CEE70A5D7A57}"/>
              </a:ext>
            </a:extLst>
          </p:cNvPr>
          <p:cNvSpPr/>
          <p:nvPr/>
        </p:nvSpPr>
        <p:spPr>
          <a:xfrm>
            <a:off x="451970" y="2890647"/>
            <a:ext cx="18104760" cy="44636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Digital Bridge: </a:t>
            </a:r>
            <a:r>
              <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Taste of Home acts as a comprehensive digital platform bridging the gap between local food producers and consumers.</a:t>
            </a:r>
          </a:p>
          <a:p>
            <a:pPr marL="12600" indent="-216000" algn="just">
              <a:lnSpc>
                <a:spcPct val="115000"/>
              </a:lnSpc>
              <a:spcBef>
                <a:spcPts val="850"/>
              </a:spcBef>
              <a:spcAft>
                <a:spcPts val="850"/>
              </a:spcAft>
              <a:buClr>
                <a:srgbClr val="000000"/>
              </a:buClr>
              <a:buFont typeface="Symbol"/>
              <a:buChar char=""/>
            </a:pPr>
            <a:endPar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IN" sz="36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Supply-on-Demand Model: </a:t>
            </a:r>
            <a:r>
              <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Introduces a supply-on-demand model, allowing producers to meet consumer demand more efficiently.</a:t>
            </a:r>
          </a:p>
          <a:p>
            <a:pPr algn="just">
              <a:lnSpc>
                <a:spcPct val="115000"/>
              </a:lnSpc>
              <a:spcBef>
                <a:spcPts val="850"/>
              </a:spcBef>
              <a:spcAft>
                <a:spcPts val="850"/>
              </a:spcAft>
              <a:buClr>
                <a:srgbClr val="000000"/>
              </a:buClr>
            </a:pPr>
            <a:endPar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55069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grpSp>
        <p:nvGrpSpPr>
          <p:cNvPr id="616" name="Google Shape;616;p4"/>
          <p:cNvGrpSpPr/>
          <p:nvPr/>
        </p:nvGrpSpPr>
        <p:grpSpPr>
          <a:xfrm>
            <a:off x="0" y="839520"/>
            <a:ext cx="5120280" cy="1037880"/>
            <a:chOff x="0" y="839520"/>
            <a:chExt cx="5120280" cy="1037880"/>
          </a:xfrm>
        </p:grpSpPr>
        <p:sp>
          <p:nvSpPr>
            <p:cNvPr id="617" name="Google Shape;617;p4"/>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18" name="Google Shape;618;p4"/>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19" name="Google Shape;619;p4"/>
          <p:cNvSpPr/>
          <p:nvPr/>
        </p:nvSpPr>
        <p:spPr>
          <a:xfrm>
            <a:off x="114120" y="957600"/>
            <a:ext cx="48027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Project Purpose</a:t>
            </a:r>
            <a:endParaRPr sz="4400" b="0" i="0" u="none" strike="noStrike" cap="none" dirty="0">
              <a:latin typeface="Arial"/>
              <a:ea typeface="Arial"/>
              <a:cs typeface="Arial"/>
              <a:sym typeface="Arial"/>
            </a:endParaRPr>
          </a:p>
        </p:txBody>
      </p:sp>
      <p:sp>
        <p:nvSpPr>
          <p:cNvPr id="621" name="Google Shape;621;p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24" name="Google Shape;624;p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15">
            <a:extLst>
              <a:ext uri="{FF2B5EF4-FFF2-40B4-BE49-F238E27FC236}">
                <a16:creationId xmlns:a16="http://schemas.microsoft.com/office/drawing/2014/main" id="{DA910D43-7A14-93FA-D2CD-72A88958DC05}"/>
              </a:ext>
            </a:extLst>
          </p:cNvPr>
          <p:cNvSpPr/>
          <p:nvPr/>
        </p:nvSpPr>
        <p:spPr>
          <a:xfrm>
            <a:off x="558420" y="2593514"/>
            <a:ext cx="18104760" cy="533161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algn="just">
              <a:lnSpc>
                <a:spcPct val="115000"/>
              </a:lnSpc>
              <a:spcBef>
                <a:spcPts val="850"/>
              </a:spcBef>
              <a:spcAft>
                <a:spcPts val="850"/>
              </a:spcAft>
              <a:buClr>
                <a:srgbClr val="000000"/>
              </a:buClr>
            </a:pPr>
            <a:endParaRPr lang="en-US" sz="36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Promotion of Culinary Talents: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Provide a platform for local culinary talents to showcase their specialties, celebrating the diversity and authenticity of homemade food.</a:t>
            </a:r>
          </a:p>
          <a:p>
            <a:pPr marL="12600" indent="-216000" algn="just">
              <a:lnSpc>
                <a:spcPct val="115000"/>
              </a:lnSpc>
              <a:spcBef>
                <a:spcPts val="850"/>
              </a:spcBef>
              <a:spcAft>
                <a:spcPts val="850"/>
              </a:spcAft>
              <a:buClr>
                <a:srgbClr val="000000"/>
              </a:buClr>
              <a:buFont typeface="Symbol"/>
              <a:buChar char=""/>
            </a:pPr>
            <a:endPar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a:t>
            </a:r>
            <a:r>
              <a:rPr lang="en-IN"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Issues</a:t>
            </a:r>
            <a:r>
              <a:rPr lang="en-IN" sz="3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Contribute to reducing food waste and improving food security by encouraging a sustainable and localized food supply chain.</a:t>
            </a:r>
          </a:p>
          <a:p>
            <a:pPr marL="12600" indent="-216000" algn="just">
              <a:lnSpc>
                <a:spcPct val="115000"/>
              </a:lnSpc>
              <a:spcBef>
                <a:spcPts val="850"/>
              </a:spcBef>
              <a:spcAft>
                <a:spcPts val="850"/>
              </a:spcAft>
              <a:buClr>
                <a:srgbClr val="000000"/>
              </a:buClr>
              <a:buFont typeface="Symbol"/>
              <a:buChar char=""/>
            </a:pPr>
            <a:endPar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Rectangle 3">
            <a:extLst>
              <a:ext uri="{FF2B5EF4-FFF2-40B4-BE49-F238E27FC236}">
                <a16:creationId xmlns:a16="http://schemas.microsoft.com/office/drawing/2014/main" id="{FB24E8FE-70C6-26BF-7374-8220847A03A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grpSp>
        <p:nvGrpSpPr>
          <p:cNvPr id="629" name="Google Shape;629;p5"/>
          <p:cNvGrpSpPr/>
          <p:nvPr/>
        </p:nvGrpSpPr>
        <p:grpSpPr>
          <a:xfrm>
            <a:off x="0" y="839520"/>
            <a:ext cx="5030999" cy="1037880"/>
            <a:chOff x="0" y="839520"/>
            <a:chExt cx="5030999" cy="1037880"/>
          </a:xfrm>
        </p:grpSpPr>
        <p:sp>
          <p:nvSpPr>
            <p:cNvPr id="630" name="Google Shape;630;p5"/>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31" name="Google Shape;631;p5"/>
            <p:cNvSpPr/>
            <p:nvPr/>
          </p:nvSpPr>
          <p:spPr>
            <a:xfrm>
              <a:off x="4155310" y="839520"/>
              <a:ext cx="87568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32" name="Google Shape;632;p5"/>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Project Scope</a:t>
            </a:r>
            <a:endParaRPr sz="4400" b="0" i="0" u="none" strike="noStrike" cap="none">
              <a:latin typeface="Arial"/>
              <a:ea typeface="Arial"/>
              <a:cs typeface="Arial"/>
              <a:sym typeface="Arial"/>
            </a:endParaRPr>
          </a:p>
        </p:txBody>
      </p:sp>
      <p:sp>
        <p:nvSpPr>
          <p:cNvPr id="634" name="Google Shape;634;p5"/>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5"/>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5"/>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37" name="Google Shape;637;p5"/>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21">
            <a:extLst>
              <a:ext uri="{FF2B5EF4-FFF2-40B4-BE49-F238E27FC236}">
                <a16:creationId xmlns:a16="http://schemas.microsoft.com/office/drawing/2014/main" id="{43934E53-4876-D18C-A31E-9FDB6FE3FA9E}"/>
              </a:ext>
            </a:extLst>
          </p:cNvPr>
          <p:cNvSpPr/>
          <p:nvPr/>
        </p:nvSpPr>
        <p:spPr>
          <a:xfrm>
            <a:off x="320040" y="2591868"/>
            <a:ext cx="18104760" cy="4763764"/>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algn="l">
              <a:buFont typeface="Arial" panose="020B0604020202020204" pitchFamily="34" charset="0"/>
              <a:buChar char="•"/>
            </a:pPr>
            <a:endPar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buFont typeface="Arial" panose="020B0604020202020204" pitchFamily="34" charset="0"/>
              <a:buChar char="•"/>
            </a:pPr>
            <a:r>
              <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Create a thriving ecosystem for celebrating and promoting local culinary talents.</a:t>
            </a:r>
          </a:p>
          <a:p>
            <a:pPr algn="l">
              <a:buFont typeface="Arial" panose="020B0604020202020204" pitchFamily="34" charset="0"/>
              <a:buChar char="•"/>
            </a:pPr>
            <a:endParaRPr lang="en-IN" sz="44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buFont typeface="Arial" panose="020B0604020202020204" pitchFamily="34" charset="0"/>
              <a:buChar char="•"/>
            </a:pPr>
            <a:r>
              <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issues like food waste and support local economies.</a:t>
            </a:r>
          </a:p>
          <a:p>
            <a:pPr algn="l">
              <a:buFont typeface="Arial" panose="020B0604020202020204" pitchFamily="34" charset="0"/>
              <a:buChar char="•"/>
            </a:pPr>
            <a:endPar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just">
              <a:lnSpc>
                <a:spcPct val="115000"/>
              </a:lnSpc>
              <a:spcBef>
                <a:spcPts val="850"/>
              </a:spcBef>
              <a:spcAft>
                <a:spcPts val="850"/>
              </a:spcAft>
              <a:buClr>
                <a:srgbClr val="000000"/>
              </a:buClr>
            </a:pPr>
            <a:endPar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3" name="Rectangle 2">
            <a:extLst>
              <a:ext uri="{FF2B5EF4-FFF2-40B4-BE49-F238E27FC236}">
                <a16:creationId xmlns:a16="http://schemas.microsoft.com/office/drawing/2014/main" id="{8DC76CE0-784C-B6A2-DF1D-B7360859CB3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3">
            <a:extLst>
              <a:ext uri="{FF2B5EF4-FFF2-40B4-BE49-F238E27FC236}">
                <a16:creationId xmlns:a16="http://schemas.microsoft.com/office/drawing/2014/main" id="{941E0F87-9151-DEED-22E8-E9D9FE7B6638}"/>
              </a:ext>
            </a:extLst>
          </p:cNvPr>
          <p:cNvSpPr>
            <a:spLocks noChangeArrowheads="1"/>
          </p:cNvSpPr>
          <p:nvPr/>
        </p:nvSpPr>
        <p:spPr bwMode="auto">
          <a:xfrm>
            <a:off x="4683960" y="7938700"/>
            <a:ext cx="65" cy="276999"/>
          </a:xfrm>
          <a:prstGeom prst="rect">
            <a:avLst/>
          </a:prstGeom>
          <a:solidFill>
            <a:srgbClr val="34354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bg1"/>
              </a:solidFill>
              <a:effectLs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 Real Time Web Service System for Food Delivery</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Kartik, Ishika Bansal, Kirti, Kartik Rajvanshi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Journal of Data Acquisition and Processing</a:t>
            </a:r>
          </a:p>
          <a:p>
            <a:pPr algn="l"/>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focuses on developing a real-time web service system for food delivery to provide fresh, hygienic, and affordable meals to customers living away from home.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need for nutritious and healthy food options for individuals studying or working outside their homes and the challenges they face in obtaining such meals.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 service that aims to offer quality food, reasonable prices, and a variety of tastes while also providing employment opportunities for housewives. The system includes features such as database design, user interface, payment methods, order tracking, and process diagrams.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5F378C0C-C724-F530-F59F-754936EE26CF}"/>
              </a:ext>
            </a:extLst>
          </p:cNvPr>
          <p:cNvSpPr txBox="1"/>
          <p:nvPr/>
        </p:nvSpPr>
        <p:spPr>
          <a:xfrm>
            <a:off x="12363647" y="173377"/>
            <a:ext cx="3179785" cy="307777"/>
          </a:xfrm>
          <a:prstGeom prst="rect">
            <a:avLst/>
          </a:prstGeom>
          <a:noFill/>
        </p:spPr>
        <p:txBody>
          <a:bodyPr wrap="square" rtlCol="0">
            <a:spAutoFit/>
          </a:bodyPr>
          <a:lstStyle/>
          <a:p>
            <a:r>
              <a:rPr lang="en-IN" dirty="0"/>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Causal analysis of factors contributing to food wastage in restaurants of India</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Mahakpreet</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Kaur Virdi, Shubhangi Gupta,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Nitasha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Hasteer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Kashish Rastogi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2023-12-27</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International Conference on Computational Intelligence and Sustainable Engineering Solutions (CISES)</a:t>
            </a:r>
          </a:p>
          <a:p>
            <a:pPr algn="l"/>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investigates the factors contributing to food wastage in restaurants in India.</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uses a survey analysis to identify six factors causing food wastage and applies the DEMATEL (Decision-Making Trial and Evaluation Laboratory) approach to establish causal relationships.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most influential factor identified is "Less Shelf Life (LSL)." The paper emphasizes the importance of reducing food waste for social, economic, and environmental reasons.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359066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7971413"/>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Food Ordering website "Cooked with care" developed using MERN stack</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 :-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Amit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Shersingh</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Chauhan, Abhishek Mishra, Sushil Bhardwaj, Sunita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Nandgave</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2022</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IEEE Xplore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presents the development of a food ordering website called "Cooked with care" using the MERN stack (MongoDB,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ExpressJS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React, NodeJS) and other technologies such as AWS cloud storage.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website aims to provide a digital platform for homemakers and restaurant owners to sell their products and services online, with customer feedback and the ability to update menus.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design and implementation of the website, its features including customer payment gateway, order management, and generating bills and invoices, and highlights its potential to reduce food wastage and enhance convenience for consumers and business owners.</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05042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171360" y="1812281"/>
            <a:ext cx="17768297" cy="7971413"/>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Web Based Application for Ordering Food Raw Materials</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Rita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Layona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Budi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Yulianto</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Yovita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Tunardi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2021</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1st International Conference on Computer Science and Artificial Intelligence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addresses the economic impact of the Covid-19 pandemic in Indonesia, specifically focusing on the challenges faced by housewives in shopping for food raw materials while avoiding virus transmission.</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web-based application that allows housewives and community members to safely and easily order food raw materials from local merchants, with delivery carried out by a local government courier.</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utilizes a mixed method approach, combining quantitative research and the Waterfall development method, to gather requirements and develop the application. The paper highlights the importance of centralized goods delivery and the use of Indonesian language for local residents.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966743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Design of Web App for Online Food Services</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Harsh Pathak, Naman Gupta, Dhiren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Premakar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Preeti Garg</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Date: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May 2022</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International Journal for Research in Applied Science &amp; Engineering Technology (IJRASET)</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discusses the design of a web application for online food services, emphasizing the convenience and benefits of online food ordering.</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proposed methodology involves a requirement analysis stage, the development of a mobile food ordering system, and the use of the MERN stack technology.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highlights the features and advantages of an online food ordering system, such as easy access to information, customer support, and potential cost savings for restaurants. It also acknowledges potential disadvantages, including quality control and delivery challenges.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8015047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grpSp>
        <p:nvGrpSpPr>
          <p:cNvPr id="668" name="Google Shape;668;p8"/>
          <p:cNvGrpSpPr/>
          <p:nvPr/>
        </p:nvGrpSpPr>
        <p:grpSpPr>
          <a:xfrm>
            <a:off x="0" y="839520"/>
            <a:ext cx="5303160" cy="1037880"/>
            <a:chOff x="0" y="839520"/>
            <a:chExt cx="5303160" cy="1037880"/>
          </a:xfrm>
        </p:grpSpPr>
        <p:sp>
          <p:nvSpPr>
            <p:cNvPr id="669" name="Google Shape;669;p8"/>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70" name="Google Shape;670;p8"/>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71" name="Google Shape;671;p8"/>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73" name="Google Shape;673;p8"/>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74" name="Google Shape;674;p8"/>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Existing Systems</a:t>
            </a:r>
            <a:endParaRPr sz="3600" b="0" i="0" u="none" strike="noStrike" cap="none">
              <a:latin typeface="Arial"/>
              <a:ea typeface="Arial"/>
              <a:cs typeface="Arial"/>
              <a:sym typeface="Arial"/>
            </a:endParaRPr>
          </a:p>
        </p:txBody>
      </p:sp>
      <p:sp>
        <p:nvSpPr>
          <p:cNvPr id="675" name="Google Shape;675;p8"/>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8"/>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8"/>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78" name="Google Shape;678;p8"/>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31">
            <a:extLst>
              <a:ext uri="{FF2B5EF4-FFF2-40B4-BE49-F238E27FC236}">
                <a16:creationId xmlns:a16="http://schemas.microsoft.com/office/drawing/2014/main" id="{AD400032-1333-5450-9A49-FFBD893D5242}"/>
              </a:ext>
            </a:extLst>
          </p:cNvPr>
          <p:cNvSpPr/>
          <p:nvPr/>
        </p:nvSpPr>
        <p:spPr>
          <a:xfrm>
            <a:off x="317634" y="2801450"/>
            <a:ext cx="17842029" cy="6144142"/>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Swiggy: </a:t>
            </a:r>
            <a:r>
              <a:rPr lang="en-IN" sz="36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Swiggy is an online food delivery platform that connects users with a wide range of local restaurants, allowing them to order food and have it delivered to their doorstep.</a:t>
            </a:r>
          </a:p>
          <a:p>
            <a:pPr marL="12600" indent="-216000" algn="just">
              <a:lnSpc>
                <a:spcPct val="115000"/>
              </a:lnSpc>
              <a:spcBef>
                <a:spcPts val="850"/>
              </a:spcBef>
              <a:spcAft>
                <a:spcPts val="850"/>
              </a:spcAft>
              <a:buClr>
                <a:srgbClr val="000000"/>
              </a:buClr>
              <a:buFont typeface="Symbol"/>
              <a:buChar char=""/>
            </a:pPr>
            <a:r>
              <a:rPr lang="en-US" sz="3600" b="0" strike="noStrike" spc="-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strike="noStrike"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Zomato:</a:t>
            </a:r>
            <a:r>
              <a:rPr lang="en-IN" sz="36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Zomato is a global restaurant discovery and food delivery platform that enables users to explore restaurants, read reviews, and order food for delivery or takeout.</a:t>
            </a:r>
            <a:endParaRPr lang="en-US" sz="3600" b="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is the food delivery arm of Uber, providing users with the convenience of ordering food from local restaurants through the Uber Eats app and having it delivered by Uber drivers.</a:t>
            </a:r>
            <a:endParaRPr lang="en-US" sz="360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3" name="Rectangle 2">
            <a:extLst>
              <a:ext uri="{FF2B5EF4-FFF2-40B4-BE49-F238E27FC236}">
                <a16:creationId xmlns:a16="http://schemas.microsoft.com/office/drawing/2014/main" id="{B96E47D0-A60B-1A13-9E35-1E95EFE2A98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grpSp>
        <p:nvGrpSpPr>
          <p:cNvPr id="683" name="Google Shape;683;p9"/>
          <p:cNvGrpSpPr/>
          <p:nvPr/>
        </p:nvGrpSpPr>
        <p:grpSpPr>
          <a:xfrm>
            <a:off x="0" y="839520"/>
            <a:ext cx="5303160" cy="1037880"/>
            <a:chOff x="0" y="839520"/>
            <a:chExt cx="5303160" cy="1037880"/>
          </a:xfrm>
        </p:grpSpPr>
        <p:sp>
          <p:nvSpPr>
            <p:cNvPr id="684" name="Google Shape;684;p9"/>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85" name="Google Shape;685;p9"/>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86" name="Google Shape;686;p9"/>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687" name="Google Shape;687;p9"/>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88" name="Google Shape;688;p9"/>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Comparison</a:t>
            </a:r>
            <a:endParaRPr sz="3600" b="0" i="0" u="none" strike="noStrike" cap="none">
              <a:latin typeface="Arial"/>
              <a:ea typeface="Arial"/>
              <a:cs typeface="Arial"/>
              <a:sym typeface="Arial"/>
            </a:endParaRPr>
          </a:p>
        </p:txBody>
      </p:sp>
      <p:sp>
        <p:nvSpPr>
          <p:cNvPr id="690" name="Google Shape;690;p9"/>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9"/>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9"/>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93" name="Google Shape;693;p9"/>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4" name="Rectangle 3">
            <a:extLst>
              <a:ext uri="{FF2B5EF4-FFF2-40B4-BE49-F238E27FC236}">
                <a16:creationId xmlns:a16="http://schemas.microsoft.com/office/drawing/2014/main" id="{8196B7A1-AFB3-298C-EEB1-7326675967A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32B423F-4A0B-51D9-EC55-D1C82247CE72}"/>
              </a:ext>
            </a:extLst>
          </p:cNvPr>
          <p:cNvGraphicFramePr>
            <a:graphicFrameLocks noGrp="1"/>
          </p:cNvGraphicFramePr>
          <p:nvPr>
            <p:extLst>
              <p:ext uri="{D42A27DB-BD31-4B8C-83A1-F6EECF244321}">
                <p14:modId xmlns:p14="http://schemas.microsoft.com/office/powerpoint/2010/main" val="410903511"/>
              </p:ext>
            </p:extLst>
          </p:nvPr>
        </p:nvGraphicFramePr>
        <p:xfrm>
          <a:off x="335280" y="3121600"/>
          <a:ext cx="18303240" cy="6052263"/>
        </p:xfrm>
        <a:graphic>
          <a:graphicData uri="http://schemas.openxmlformats.org/drawingml/2006/table">
            <a:tbl>
              <a:tblPr firstRow="1" bandRow="1">
                <a:tableStyleId>{20C9CE97-CE7F-44E7-8DA9-80F1B485C8E6}</a:tableStyleId>
              </a:tblPr>
              <a:tblGrid>
                <a:gridCol w="6101080">
                  <a:extLst>
                    <a:ext uri="{9D8B030D-6E8A-4147-A177-3AD203B41FA5}">
                      <a16:colId xmlns:a16="http://schemas.microsoft.com/office/drawing/2014/main" val="3046766488"/>
                    </a:ext>
                  </a:extLst>
                </a:gridCol>
                <a:gridCol w="6101080">
                  <a:extLst>
                    <a:ext uri="{9D8B030D-6E8A-4147-A177-3AD203B41FA5}">
                      <a16:colId xmlns:a16="http://schemas.microsoft.com/office/drawing/2014/main" val="445244232"/>
                    </a:ext>
                  </a:extLst>
                </a:gridCol>
                <a:gridCol w="6101080">
                  <a:extLst>
                    <a:ext uri="{9D8B030D-6E8A-4147-A177-3AD203B41FA5}">
                      <a16:colId xmlns:a16="http://schemas.microsoft.com/office/drawing/2014/main" val="1540060497"/>
                    </a:ext>
                  </a:extLst>
                </a:gridCol>
              </a:tblGrid>
              <a:tr h="644985">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Feature</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 (Proposed)</a:t>
                      </a:r>
                    </a:p>
                  </a:txBody>
                  <a:tcPr anchor="ctr"/>
                </a:tc>
                <a:tc>
                  <a:txBody>
                    <a:bodyPr/>
                    <a:lstStyle/>
                    <a:p>
                      <a:pPr algn="ctr" fontAlgn="b"/>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Zomato/Swiggy/Uber Eats</a:t>
                      </a:r>
                    </a:p>
                  </a:txBody>
                  <a:tcPr anchor="ctr"/>
                </a:tc>
                <a:extLst>
                  <a:ext uri="{0D108BD9-81ED-4DB2-BD59-A6C34878D82A}">
                    <a16:rowId xmlns:a16="http://schemas.microsoft.com/office/drawing/2014/main" val="1974429767"/>
                  </a:ext>
                </a:extLst>
              </a:tr>
              <a:tr h="901213">
                <a:tc>
                  <a:txBody>
                    <a:bodyPr/>
                    <a:lstStyle/>
                    <a:p>
                      <a:pPr algn="ctr" fontAlgn="base"/>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Platform Focus</a:t>
                      </a:r>
                      <a:endPar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Connects local food producers with consumers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Aggregates restaurants and offers food delivery services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4078994046"/>
                  </a:ext>
                </a:extLst>
              </a:tr>
              <a:tr h="901213">
                <a:tc>
                  <a:txBody>
                    <a:bodyPr/>
                    <a:lstStyle/>
                    <a:p>
                      <a:pPr algn="ctr" fontAlgn="base"/>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a:t>
                      </a:r>
                      <a:endPar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Both food producers and consumers create profiles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Primarily consumer-focused profiles with limited restaurant details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1622736265"/>
                  </a:ext>
                </a:extLst>
              </a:tr>
              <a:tr h="901213">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Listings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Food producers showcase unique homemade offerings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Restaurants and their menu items displayed</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2627834058"/>
                  </a:ext>
                </a:extLst>
              </a:tr>
              <a:tr h="901213">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Messaging</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Enables direct communication between users and food producers</a:t>
                      </a: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Communication limited to order updates and support with restaurants</a:t>
                      </a:r>
                    </a:p>
                  </a:txBody>
                  <a:tcPr anchor="ctr"/>
                </a:tc>
                <a:extLst>
                  <a:ext uri="{0D108BD9-81ED-4DB2-BD59-A6C34878D82A}">
                    <a16:rowId xmlns:a16="http://schemas.microsoft.com/office/drawing/2014/main" val="1836112178"/>
                  </a:ext>
                </a:extLst>
              </a:tr>
              <a:tr h="901213">
                <a:tc>
                  <a:txBody>
                    <a:bodyPr/>
                    <a:lstStyle/>
                    <a:p>
                      <a:pPr algn="ctr" fontAlgn="base"/>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Mission and Impact</a:t>
                      </a:r>
                      <a:endPar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Addresses concerns such as food waste, supports local economies</a:t>
                      </a: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Primarily focused on providing convenient food delivery services</a:t>
                      </a:r>
                    </a:p>
                  </a:txBody>
                  <a:tcPr anchor="ctr"/>
                </a:tc>
                <a:extLst>
                  <a:ext uri="{0D108BD9-81ED-4DB2-BD59-A6C34878D82A}">
                    <a16:rowId xmlns:a16="http://schemas.microsoft.com/office/drawing/2014/main" val="443738577"/>
                  </a:ext>
                </a:extLst>
              </a:tr>
              <a:tr h="901213">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Vision</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Celebrates local culinary talents and reduces food waste</a:t>
                      </a: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Provides a convenient and efficient food delivery service</a:t>
                      </a:r>
                    </a:p>
                  </a:txBody>
                  <a:tcPr anchor="ctr"/>
                </a:tc>
                <a:extLst>
                  <a:ext uri="{0D108BD9-81ED-4DB2-BD59-A6C34878D82A}">
                    <a16:rowId xmlns:a16="http://schemas.microsoft.com/office/drawing/2014/main" val="82483725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dirty="0">
                <a:solidFill>
                  <a:srgbClr val="FFFFFF"/>
                </a:solidFill>
                <a:latin typeface="Calibri"/>
                <a:ea typeface="Calibri"/>
                <a:cs typeface="Calibri"/>
                <a:sym typeface="Calibri"/>
              </a:rPr>
              <a:t>Technologies Considered</a:t>
            </a:r>
            <a:endParaRPr sz="3600" b="0" i="0" u="none" strike="noStrike" cap="none" dirty="0">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65">
            <a:extLst>
              <a:ext uri="{FF2B5EF4-FFF2-40B4-BE49-F238E27FC236}">
                <a16:creationId xmlns:a16="http://schemas.microsoft.com/office/drawing/2014/main" id="{D4435410-3A37-BD0E-4FDB-BA51C9C9A3A0}"/>
              </a:ext>
            </a:extLst>
          </p:cNvPr>
          <p:cNvSpPr/>
          <p:nvPr/>
        </p:nvSpPr>
        <p:spPr>
          <a:xfrm>
            <a:off x="425914" y="2847845"/>
            <a:ext cx="18156872" cy="5756985"/>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 React  : </a:t>
            </a:r>
            <a:r>
              <a:rPr lang="en-IN" sz="36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React is a JavaScript library for building user interfaces, known for its declarative and efficient approach to creating interactive components.</a:t>
            </a:r>
          </a:p>
          <a:p>
            <a:pPr marL="12600" indent="-216000" algn="just">
              <a:lnSpc>
                <a:spcPct val="115000"/>
              </a:lnSpc>
              <a:spcBef>
                <a:spcPts val="850"/>
              </a:spcBef>
              <a:spcAft>
                <a:spcPts val="850"/>
              </a:spcAft>
              <a:buClr>
                <a:srgbClr val="000000"/>
              </a:buClr>
              <a:buFont typeface="Symbol"/>
              <a:buChar char=""/>
            </a:pP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Express.js: </a:t>
            </a:r>
            <a:r>
              <a:rPr lang="en-US"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E</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xpress.js is a minimal and flexible Node.js web application framework that simplifies the process of building robust web applications.</a:t>
            </a: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p>
          <a:p>
            <a:pPr marL="12600" indent="-216000" algn="just">
              <a:lnSpc>
                <a:spcPct val="115000"/>
              </a:lnSpc>
              <a:spcBef>
                <a:spcPts val="850"/>
              </a:spcBef>
              <a:spcAft>
                <a:spcPts val="850"/>
              </a:spcAft>
              <a:buClr>
                <a:srgbClr val="000000"/>
              </a:buClr>
              <a:buFont typeface="Symbol"/>
              <a:buChar char=""/>
            </a:pP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 JS: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Node.js is a server-side JavaScript runtime that allows for building scalable and high-performance applications.</a:t>
            </a:r>
          </a:p>
          <a:p>
            <a:pPr marL="12600" indent="-216000" algn="just">
              <a:lnSpc>
                <a:spcPct val="115000"/>
              </a:lnSpc>
              <a:spcBef>
                <a:spcPts val="850"/>
              </a:spcBef>
              <a:spcAft>
                <a:spcPts val="850"/>
              </a:spcAft>
              <a:buClr>
                <a:srgbClr val="000000"/>
              </a:buClr>
              <a:buFont typeface="Symbol"/>
              <a:buChar char=""/>
            </a:pPr>
            <a:r>
              <a:rPr lang="en-IN" sz="3600" b="1" dirty="0" err="1">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600" b="1"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loudinary</a:t>
            </a:r>
            <a:r>
              <a:rPr lang="en-IN" sz="36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(for images): </a:t>
            </a:r>
            <a:r>
              <a:rPr lang="en-IN" sz="3600"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Cloudinary</a:t>
            </a:r>
            <a:r>
              <a:rPr lang="en-IN" sz="36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is a cloud-based image and video management service, offering features like storage, optimization, and delivery for media assets.</a:t>
            </a:r>
          </a:p>
        </p:txBody>
      </p:sp>
      <p:sp>
        <p:nvSpPr>
          <p:cNvPr id="3" name="Rectangle 2">
            <a:extLst>
              <a:ext uri="{FF2B5EF4-FFF2-40B4-BE49-F238E27FC236}">
                <a16:creationId xmlns:a16="http://schemas.microsoft.com/office/drawing/2014/main" id="{87174E1A-6D4C-EFFD-B83E-73ED8E74BB4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Technologies Considered</a:t>
            </a:r>
            <a:endParaRPr sz="3600" b="0" i="0" u="none" strike="noStrike" cap="none">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65">
            <a:extLst>
              <a:ext uri="{FF2B5EF4-FFF2-40B4-BE49-F238E27FC236}">
                <a16:creationId xmlns:a16="http://schemas.microsoft.com/office/drawing/2014/main" id="{8F00577D-E60C-94C3-0AD3-788E9F6D25AB}"/>
              </a:ext>
            </a:extLst>
          </p:cNvPr>
          <p:cNvSpPr/>
          <p:nvPr/>
        </p:nvSpPr>
        <p:spPr>
          <a:xfrm>
            <a:off x="451970" y="2887200"/>
            <a:ext cx="18104760" cy="3364920"/>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is a NoSQL database management system, ideal for handling unstructured data and scalable applications.</a:t>
            </a:r>
          </a:p>
          <a:p>
            <a:pPr marL="12600" indent="-216000" algn="just">
              <a:lnSpc>
                <a:spcPct val="115000"/>
              </a:lnSpc>
              <a:spcBef>
                <a:spcPts val="850"/>
              </a:spcBef>
              <a:spcAft>
                <a:spcPts val="850"/>
              </a:spcAft>
              <a:buClr>
                <a:srgbClr val="000000"/>
              </a:buClr>
              <a:buFont typeface="Symbol"/>
              <a:buChar char=""/>
            </a:pPr>
            <a:r>
              <a:rPr lang="en-IN" sz="36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(for payment): </a:t>
            </a:r>
            <a:r>
              <a:rPr lang="en-IN" sz="36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is a secure and developer-friendly platform that provides tools for online payment processing, supporting credit/debit card and digital wallet transactions.</a:t>
            </a:r>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8D6AB430-226C-C064-70B4-077E4DEF2C86}"/>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739043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grpSp>
        <p:nvGrpSpPr>
          <p:cNvPr id="713" name="Google Shape;713;p11"/>
          <p:cNvGrpSpPr/>
          <p:nvPr/>
        </p:nvGrpSpPr>
        <p:grpSpPr>
          <a:xfrm>
            <a:off x="0" y="839520"/>
            <a:ext cx="5303160" cy="1037880"/>
            <a:chOff x="0" y="839520"/>
            <a:chExt cx="5303160" cy="1037880"/>
          </a:xfrm>
        </p:grpSpPr>
        <p:sp>
          <p:nvSpPr>
            <p:cNvPr id="714" name="Google Shape;714;p11"/>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15" name="Google Shape;715;p11"/>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16" name="Google Shape;716;p11"/>
          <p:cNvSpPr/>
          <p:nvPr/>
        </p:nvSpPr>
        <p:spPr>
          <a:xfrm>
            <a:off x="171360" y="957600"/>
            <a:ext cx="72039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Tools &amp; Technologies</a:t>
            </a:r>
            <a:endParaRPr sz="4400" b="0" i="0" u="none" strike="noStrike" cap="none" dirty="0">
              <a:latin typeface="Arial"/>
              <a:ea typeface="Arial"/>
              <a:cs typeface="Arial"/>
              <a:sym typeface="Arial"/>
            </a:endParaRPr>
          </a:p>
        </p:txBody>
      </p:sp>
      <p:sp>
        <p:nvSpPr>
          <p:cNvPr id="719" name="Google Shape;719;p11"/>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1"/>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11"/>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22" name="Google Shape;722;p11"/>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6BA0BF8E-967C-5AF7-AD54-CA1E6CC816B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1D5EF6F8-F12B-5E6F-EA2C-B048E9EE2C8A}"/>
              </a:ext>
            </a:extLst>
          </p:cNvPr>
          <p:cNvGraphicFramePr>
            <a:graphicFrameLocks noGrp="1"/>
          </p:cNvGraphicFramePr>
          <p:nvPr>
            <p:extLst>
              <p:ext uri="{D42A27DB-BD31-4B8C-83A1-F6EECF244321}">
                <p14:modId xmlns:p14="http://schemas.microsoft.com/office/powerpoint/2010/main" val="1056035650"/>
              </p:ext>
            </p:extLst>
          </p:nvPr>
        </p:nvGraphicFramePr>
        <p:xfrm>
          <a:off x="692072" y="2858417"/>
          <a:ext cx="16044839" cy="2439964"/>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1808182997"/>
                    </a:ext>
                  </a:extLst>
                </a:gridCol>
                <a:gridCol w="12014072">
                  <a:extLst>
                    <a:ext uri="{9D8B030D-6E8A-4147-A177-3AD203B41FA5}">
                      <a16:colId xmlns:a16="http://schemas.microsoft.com/office/drawing/2014/main" val="1089993888"/>
                    </a:ext>
                  </a:extLst>
                </a:gridCol>
              </a:tblGrid>
              <a:tr h="609991">
                <a:tc>
                  <a:txBody>
                    <a:bodyPr/>
                    <a:lstStyle/>
                    <a:p>
                      <a:r>
                        <a:rPr lang="en-US" sz="2200" dirty="0"/>
                        <a:t>Specification</a:t>
                      </a:r>
                    </a:p>
                  </a:txBody>
                  <a:tcPr/>
                </a:tc>
                <a:tc>
                  <a:txBody>
                    <a:bodyPr/>
                    <a:lstStyle/>
                    <a:p>
                      <a:r>
                        <a:rPr lang="en-US" sz="2200" dirty="0"/>
                        <a:t>Required Value</a:t>
                      </a:r>
                    </a:p>
                  </a:txBody>
                  <a:tcPr/>
                </a:tc>
                <a:extLst>
                  <a:ext uri="{0D108BD9-81ED-4DB2-BD59-A6C34878D82A}">
                    <a16:rowId xmlns:a16="http://schemas.microsoft.com/office/drawing/2014/main" val="29599920"/>
                  </a:ext>
                </a:extLst>
              </a:tr>
              <a:tr h="609991">
                <a:tc>
                  <a:txBody>
                    <a:bodyPr/>
                    <a:lstStyle/>
                    <a:p>
                      <a:r>
                        <a:rPr lang="en-US" sz="2200" dirty="0"/>
                        <a:t>Processor</a:t>
                      </a:r>
                    </a:p>
                  </a:txBody>
                  <a:tcPr/>
                </a:tc>
                <a:tc>
                  <a:txBody>
                    <a:bodyPr/>
                    <a:lstStyle/>
                    <a:p>
                      <a:r>
                        <a:rPr lang="en-US" sz="2200" dirty="0"/>
                        <a:t>Intel i3 and above</a:t>
                      </a:r>
                    </a:p>
                  </a:txBody>
                  <a:tcPr/>
                </a:tc>
                <a:extLst>
                  <a:ext uri="{0D108BD9-81ED-4DB2-BD59-A6C34878D82A}">
                    <a16:rowId xmlns:a16="http://schemas.microsoft.com/office/drawing/2014/main" val="2456125172"/>
                  </a:ext>
                </a:extLst>
              </a:tr>
              <a:tr h="609991">
                <a:tc>
                  <a:txBody>
                    <a:bodyPr/>
                    <a:lstStyle/>
                    <a:p>
                      <a:r>
                        <a:rPr lang="en-US" sz="2200" dirty="0"/>
                        <a:t>RAM</a:t>
                      </a:r>
                    </a:p>
                  </a:txBody>
                  <a:tcPr/>
                </a:tc>
                <a:tc>
                  <a:txBody>
                    <a:bodyPr/>
                    <a:lstStyle/>
                    <a:p>
                      <a:r>
                        <a:rPr lang="en-US" sz="2200" dirty="0"/>
                        <a:t>Minimum 8 GB </a:t>
                      </a:r>
                    </a:p>
                  </a:txBody>
                  <a:tcPr/>
                </a:tc>
                <a:extLst>
                  <a:ext uri="{0D108BD9-81ED-4DB2-BD59-A6C34878D82A}">
                    <a16:rowId xmlns:a16="http://schemas.microsoft.com/office/drawing/2014/main" val="4008696650"/>
                  </a:ext>
                </a:extLst>
              </a:tr>
              <a:tr h="609991">
                <a:tc>
                  <a:txBody>
                    <a:bodyPr/>
                    <a:lstStyle/>
                    <a:p>
                      <a:r>
                        <a:rPr lang="en-US" sz="2200" dirty="0"/>
                        <a:t>Hard Disk</a:t>
                      </a:r>
                    </a:p>
                  </a:txBody>
                  <a:tcPr/>
                </a:tc>
                <a:tc>
                  <a:txBody>
                    <a:bodyPr/>
                    <a:lstStyle/>
                    <a:p>
                      <a:r>
                        <a:rPr lang="en-US" sz="2200" dirty="0"/>
                        <a:t>Minimum 10 GB</a:t>
                      </a:r>
                    </a:p>
                  </a:txBody>
                  <a:tcPr/>
                </a:tc>
                <a:extLst>
                  <a:ext uri="{0D108BD9-81ED-4DB2-BD59-A6C34878D82A}">
                    <a16:rowId xmlns:a16="http://schemas.microsoft.com/office/drawing/2014/main" val="138055431"/>
                  </a:ext>
                </a:extLst>
              </a:tr>
            </a:tbl>
          </a:graphicData>
        </a:graphic>
      </p:graphicFrame>
      <p:sp>
        <p:nvSpPr>
          <p:cNvPr id="6" name="TextBox 5">
            <a:extLst>
              <a:ext uri="{FF2B5EF4-FFF2-40B4-BE49-F238E27FC236}">
                <a16:creationId xmlns:a16="http://schemas.microsoft.com/office/drawing/2014/main" id="{4773BB04-289F-CB7A-69CA-11B1C98E2A82}"/>
              </a:ext>
            </a:extLst>
          </p:cNvPr>
          <p:cNvSpPr txBox="1"/>
          <p:nvPr/>
        </p:nvSpPr>
        <p:spPr>
          <a:xfrm>
            <a:off x="692072" y="2199000"/>
            <a:ext cx="4775666" cy="584775"/>
          </a:xfrm>
          <a:prstGeom prst="rect">
            <a:avLst/>
          </a:prstGeom>
          <a:noFill/>
        </p:spPr>
        <p:txBody>
          <a:bodyPr wrap="none" rtlCol="0">
            <a:spAutoFit/>
          </a:bodyPr>
          <a:lstStyle/>
          <a:p>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Hardware Requirement:- </a:t>
            </a:r>
          </a:p>
        </p:txBody>
      </p:sp>
      <p:sp>
        <p:nvSpPr>
          <p:cNvPr id="9" name="TextBox 8">
            <a:extLst>
              <a:ext uri="{FF2B5EF4-FFF2-40B4-BE49-F238E27FC236}">
                <a16:creationId xmlns:a16="http://schemas.microsoft.com/office/drawing/2014/main" id="{0D9B28D1-57BA-AD16-2D4F-28CB5D8F9078}"/>
              </a:ext>
            </a:extLst>
          </p:cNvPr>
          <p:cNvSpPr txBox="1"/>
          <p:nvPr/>
        </p:nvSpPr>
        <p:spPr>
          <a:xfrm>
            <a:off x="692072" y="5579235"/>
            <a:ext cx="4523995" cy="584775"/>
          </a:xfrm>
          <a:prstGeom prst="rect">
            <a:avLst/>
          </a:prstGeom>
          <a:noFill/>
        </p:spPr>
        <p:txBody>
          <a:bodyPr wrap="none" rtlCol="0">
            <a:spAutoFit/>
          </a:bodyPr>
          <a:lstStyle/>
          <a:p>
            <a:r>
              <a:rPr lang="en-IN" sz="3200" b="1">
                <a:latin typeface="Microsoft Sans Serif" panose="020B0604020202020204" pitchFamily="34" charset="0"/>
                <a:ea typeface="Microsoft Sans Serif" panose="020B0604020202020204" pitchFamily="34" charset="0"/>
                <a:cs typeface="Microsoft Sans Serif" panose="020B0604020202020204" pitchFamily="34" charset="0"/>
              </a:rPr>
              <a:t>Software Requirement:-</a:t>
            </a:r>
            <a:endPar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graphicFrame>
        <p:nvGraphicFramePr>
          <p:cNvPr id="10" name="Table 9">
            <a:extLst>
              <a:ext uri="{FF2B5EF4-FFF2-40B4-BE49-F238E27FC236}">
                <a16:creationId xmlns:a16="http://schemas.microsoft.com/office/drawing/2014/main" id="{6D347308-976D-2357-D5A2-F976369E7B17}"/>
              </a:ext>
            </a:extLst>
          </p:cNvPr>
          <p:cNvGraphicFramePr>
            <a:graphicFrameLocks noGrp="1"/>
          </p:cNvGraphicFramePr>
          <p:nvPr>
            <p:extLst>
              <p:ext uri="{D42A27DB-BD31-4B8C-83A1-F6EECF244321}">
                <p14:modId xmlns:p14="http://schemas.microsoft.com/office/powerpoint/2010/main" val="2875299581"/>
              </p:ext>
            </p:extLst>
          </p:nvPr>
        </p:nvGraphicFramePr>
        <p:xfrm>
          <a:off x="692071" y="6212010"/>
          <a:ext cx="16044839" cy="3578488"/>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4076149303"/>
                    </a:ext>
                  </a:extLst>
                </a:gridCol>
                <a:gridCol w="12014072">
                  <a:extLst>
                    <a:ext uri="{9D8B030D-6E8A-4147-A177-3AD203B41FA5}">
                      <a16:colId xmlns:a16="http://schemas.microsoft.com/office/drawing/2014/main" val="1771964735"/>
                    </a:ext>
                  </a:extLst>
                </a:gridCol>
              </a:tblGrid>
              <a:tr h="447311">
                <a:tc>
                  <a:txBody>
                    <a:bodyPr/>
                    <a:lstStyle/>
                    <a:p>
                      <a:r>
                        <a:rPr lang="en-US" sz="2200" dirty="0"/>
                        <a:t>Specification</a:t>
                      </a:r>
                    </a:p>
                  </a:txBody>
                  <a:tcPr/>
                </a:tc>
                <a:tc>
                  <a:txBody>
                    <a:bodyPr/>
                    <a:lstStyle/>
                    <a:p>
                      <a:r>
                        <a:rPr lang="en-US" sz="2200" dirty="0"/>
                        <a:t>Required Value</a:t>
                      </a:r>
                    </a:p>
                  </a:txBody>
                  <a:tcPr/>
                </a:tc>
                <a:extLst>
                  <a:ext uri="{0D108BD9-81ED-4DB2-BD59-A6C34878D82A}">
                    <a16:rowId xmlns:a16="http://schemas.microsoft.com/office/drawing/2014/main" val="207213178"/>
                  </a:ext>
                </a:extLst>
              </a:tr>
              <a:tr h="447311">
                <a:tc>
                  <a:txBody>
                    <a:bodyPr/>
                    <a:lstStyle/>
                    <a:p>
                      <a:r>
                        <a:rPr lang="en-US" sz="2200" dirty="0"/>
                        <a:t>Operating System</a:t>
                      </a:r>
                    </a:p>
                  </a:txBody>
                  <a:tcPr/>
                </a:tc>
                <a:tc>
                  <a:txBody>
                    <a:bodyPr/>
                    <a:lstStyle/>
                    <a:p>
                      <a:r>
                        <a:rPr lang="en-US" sz="2200" dirty="0"/>
                        <a:t>Windows or Linux</a:t>
                      </a:r>
                    </a:p>
                  </a:txBody>
                  <a:tcPr/>
                </a:tc>
                <a:extLst>
                  <a:ext uri="{0D108BD9-81ED-4DB2-BD59-A6C34878D82A}">
                    <a16:rowId xmlns:a16="http://schemas.microsoft.com/office/drawing/2014/main" val="2024413495"/>
                  </a:ext>
                </a:extLst>
              </a:tr>
              <a:tr h="447311">
                <a:tc>
                  <a:txBody>
                    <a:bodyPr/>
                    <a:lstStyle/>
                    <a:p>
                      <a:r>
                        <a:rPr lang="en-US" sz="2200" dirty="0"/>
                        <a:t>Front end Tool</a:t>
                      </a:r>
                    </a:p>
                  </a:txBody>
                  <a:tcPr/>
                </a:tc>
                <a:tc>
                  <a:txBody>
                    <a:bodyPr/>
                    <a:lstStyle/>
                    <a:p>
                      <a:r>
                        <a:rPr lang="en-US" sz="2200" dirty="0"/>
                        <a:t>ReactJS (v18.2.0 or higher)</a:t>
                      </a:r>
                    </a:p>
                  </a:txBody>
                  <a:tcPr/>
                </a:tc>
                <a:extLst>
                  <a:ext uri="{0D108BD9-81ED-4DB2-BD59-A6C34878D82A}">
                    <a16:rowId xmlns:a16="http://schemas.microsoft.com/office/drawing/2014/main" val="2000175711"/>
                  </a:ext>
                </a:extLst>
              </a:tr>
              <a:tr h="447311">
                <a:tc>
                  <a:txBody>
                    <a:bodyPr/>
                    <a:lstStyle/>
                    <a:p>
                      <a:r>
                        <a:rPr lang="en-US" sz="2200" dirty="0"/>
                        <a:t>Backend Tool</a:t>
                      </a:r>
                    </a:p>
                  </a:txBody>
                  <a:tcPr/>
                </a:tc>
                <a:tc>
                  <a:txBody>
                    <a:bodyPr/>
                    <a:lstStyle/>
                    <a:p>
                      <a:r>
                        <a:rPr lang="en-US" sz="2200" dirty="0"/>
                        <a:t>NodeJS (v18.16.0 or higher)</a:t>
                      </a:r>
                    </a:p>
                  </a:txBody>
                  <a:tcPr/>
                </a:tc>
                <a:extLst>
                  <a:ext uri="{0D108BD9-81ED-4DB2-BD59-A6C34878D82A}">
                    <a16:rowId xmlns:a16="http://schemas.microsoft.com/office/drawing/2014/main" val="66904617"/>
                  </a:ext>
                </a:extLst>
              </a:tr>
              <a:tr h="447311">
                <a:tc>
                  <a:txBody>
                    <a:bodyPr/>
                    <a:lstStyle/>
                    <a:p>
                      <a:r>
                        <a:rPr lang="en-US" sz="2200" dirty="0"/>
                        <a:t>Database</a:t>
                      </a:r>
                    </a:p>
                  </a:txBody>
                  <a:tcPr/>
                </a:tc>
                <a:tc>
                  <a:txBody>
                    <a:bodyPr/>
                    <a:lstStyle/>
                    <a:p>
                      <a:r>
                        <a:rPr lang="en-US" sz="2200" dirty="0"/>
                        <a:t>MongoDB (v5.0.2 or higher)</a:t>
                      </a:r>
                    </a:p>
                  </a:txBody>
                  <a:tcPr/>
                </a:tc>
                <a:extLst>
                  <a:ext uri="{0D108BD9-81ED-4DB2-BD59-A6C34878D82A}">
                    <a16:rowId xmlns:a16="http://schemas.microsoft.com/office/drawing/2014/main" val="3563555909"/>
                  </a:ext>
                </a:extLst>
              </a:tr>
              <a:tr h="447311">
                <a:tc>
                  <a:txBody>
                    <a:bodyPr/>
                    <a:lstStyle/>
                    <a:p>
                      <a:r>
                        <a:rPr lang="en-US" sz="2200" dirty="0"/>
                        <a:t>Web Browser</a:t>
                      </a:r>
                    </a:p>
                  </a:txBody>
                  <a:tcPr/>
                </a:tc>
                <a:tc>
                  <a:txBody>
                    <a:bodyPr/>
                    <a:lstStyle/>
                    <a:p>
                      <a:r>
                        <a:rPr lang="en-US" sz="2200" dirty="0"/>
                        <a:t>Chrome, Microsoft Edge, Brave, Safari etc.</a:t>
                      </a:r>
                    </a:p>
                  </a:txBody>
                  <a:tcPr/>
                </a:tc>
                <a:extLst>
                  <a:ext uri="{0D108BD9-81ED-4DB2-BD59-A6C34878D82A}">
                    <a16:rowId xmlns:a16="http://schemas.microsoft.com/office/drawing/2014/main" val="1301883538"/>
                  </a:ext>
                </a:extLst>
              </a:tr>
              <a:tr h="447311">
                <a:tc>
                  <a:txBody>
                    <a:bodyPr/>
                    <a:lstStyle/>
                    <a:p>
                      <a:r>
                        <a:rPr lang="en-US" sz="2200" dirty="0"/>
                        <a:t>Development Tool</a:t>
                      </a:r>
                    </a:p>
                  </a:txBody>
                  <a:tcPr/>
                </a:tc>
                <a:tc>
                  <a:txBody>
                    <a:bodyPr/>
                    <a:lstStyle/>
                    <a:p>
                      <a:r>
                        <a:rPr lang="en-US" sz="2200" dirty="0"/>
                        <a:t>Visual Studio Code</a:t>
                      </a:r>
                    </a:p>
                  </a:txBody>
                  <a:tcPr/>
                </a:tc>
                <a:extLst>
                  <a:ext uri="{0D108BD9-81ED-4DB2-BD59-A6C34878D82A}">
                    <a16:rowId xmlns:a16="http://schemas.microsoft.com/office/drawing/2014/main" val="737252712"/>
                  </a:ext>
                </a:extLst>
              </a:tr>
              <a:tr h="447311">
                <a:tc>
                  <a:txBody>
                    <a:bodyPr/>
                    <a:lstStyle/>
                    <a:p>
                      <a:r>
                        <a:rPr lang="en-US" sz="2200" dirty="0"/>
                        <a:t>API Testing Tool</a:t>
                      </a:r>
                    </a:p>
                  </a:txBody>
                  <a:tcPr/>
                </a:tc>
                <a:tc>
                  <a:txBody>
                    <a:bodyPr/>
                    <a:lstStyle/>
                    <a:p>
                      <a:r>
                        <a:rPr lang="en-US" sz="2200" dirty="0"/>
                        <a:t>Postman</a:t>
                      </a:r>
                    </a:p>
                  </a:txBody>
                  <a:tcPr/>
                </a:tc>
                <a:extLst>
                  <a:ext uri="{0D108BD9-81ED-4DB2-BD59-A6C34878D82A}">
                    <a16:rowId xmlns:a16="http://schemas.microsoft.com/office/drawing/2014/main" val="207655956"/>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grpSp>
        <p:nvGrpSpPr>
          <p:cNvPr id="727" name="Google Shape;727;p12"/>
          <p:cNvGrpSpPr/>
          <p:nvPr/>
        </p:nvGrpSpPr>
        <p:grpSpPr>
          <a:xfrm>
            <a:off x="0" y="839520"/>
            <a:ext cx="6126120" cy="1037880"/>
            <a:chOff x="0" y="839520"/>
            <a:chExt cx="6126120" cy="1037880"/>
          </a:xfrm>
        </p:grpSpPr>
        <p:sp>
          <p:nvSpPr>
            <p:cNvPr id="728" name="Google Shape;728;p12"/>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29" name="Google Shape;729;p12"/>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30" name="Google Shape;730;p12"/>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32" name="Google Shape;732;p12"/>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33" name="Google Shape;733;p12"/>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Users of the System</a:t>
            </a:r>
            <a:endParaRPr sz="3600" b="0" i="0" u="none" strike="noStrike" cap="none">
              <a:latin typeface="Arial"/>
              <a:ea typeface="Arial"/>
              <a:cs typeface="Arial"/>
              <a:sym typeface="Arial"/>
            </a:endParaRPr>
          </a:p>
        </p:txBody>
      </p:sp>
      <p:sp>
        <p:nvSpPr>
          <p:cNvPr id="734" name="Google Shape;734;p1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37" name="Google Shape;737;p1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41">
            <a:extLst>
              <a:ext uri="{FF2B5EF4-FFF2-40B4-BE49-F238E27FC236}">
                <a16:creationId xmlns:a16="http://schemas.microsoft.com/office/drawing/2014/main" id="{C61A55BC-D800-CE23-3CD6-6BA5ACF95245}"/>
              </a:ext>
            </a:extLst>
          </p:cNvPr>
          <p:cNvSpPr/>
          <p:nvPr/>
        </p:nvSpPr>
        <p:spPr>
          <a:xfrm>
            <a:off x="365760" y="2788920"/>
            <a:ext cx="18104760" cy="5968709"/>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nSpc>
                <a:spcPct val="115000"/>
              </a:lnSpc>
              <a:spcBef>
                <a:spcPts val="850"/>
              </a:spcBef>
              <a:spcAft>
                <a:spcPts val="850"/>
              </a:spcAft>
              <a:buFont typeface="Arial" panose="020B0604020202020204" pitchFamily="34" charset="0"/>
              <a:buChar char="•"/>
            </a:pPr>
            <a:r>
              <a:rPr lang="en-US" sz="36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Guest : </a:t>
            </a:r>
            <a:r>
              <a:rPr lang="en-IN" sz="36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visiting the platform without creating an account, limited to browsing culinary offerings and accessing general information</a:t>
            </a:r>
            <a:r>
              <a:rPr lang="en-IN" sz="36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p>
          <a:p>
            <a:pPr marL="571500" indent="-571500">
              <a:lnSpc>
                <a:spcPct val="115000"/>
              </a:lnSpc>
              <a:spcBef>
                <a:spcPts val="850"/>
              </a:spcBef>
              <a:spcAft>
                <a:spcPts val="850"/>
              </a:spcAft>
              <a:buFont typeface="Arial" panose="020B0604020202020204" pitchFamily="34" charset="0"/>
              <a:buChar char="•"/>
            </a:pPr>
            <a:endParaRPr lang="en-IN" sz="36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nSpc>
                <a:spcPct val="115000"/>
              </a:lnSpc>
              <a:spcBef>
                <a:spcPts val="850"/>
              </a:spcBef>
              <a:spcAft>
                <a:spcPts val="850"/>
              </a:spcAft>
              <a:buFont typeface="Arial" panose="020B0604020202020204" pitchFamily="34" charset="0"/>
              <a:buChar char="•"/>
            </a:pPr>
            <a:r>
              <a:rPr lang="en-IN" sz="36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Consumer : </a:t>
            </a:r>
            <a:r>
              <a:rPr lang="en-IN" sz="36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who are passionate about exploring and enjoying diverse, homemade culinary offerings.</a:t>
            </a:r>
          </a:p>
          <a:p>
            <a:pPr marL="571500" indent="-571500">
              <a:lnSpc>
                <a:spcPct val="115000"/>
              </a:lnSpc>
              <a:spcBef>
                <a:spcPts val="850"/>
              </a:spcBef>
              <a:spcAft>
                <a:spcPts val="850"/>
              </a:spcAft>
              <a:buFont typeface="Arial" panose="020B0604020202020204" pitchFamily="34" charset="0"/>
              <a:buChar char="•"/>
            </a:pPr>
            <a:endParaRPr lang="en-US" sz="3600" strike="noStrike" spc="-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nSpc>
                <a:spcPct val="115000"/>
              </a:lnSpc>
              <a:spcBef>
                <a:spcPts val="850"/>
              </a:spcBef>
              <a:spcAft>
                <a:spcPts val="850"/>
              </a:spcAft>
              <a:buFont typeface="Arial" panose="020B0604020202020204" pitchFamily="34" charset="0"/>
              <a:buChar char="•"/>
            </a:pPr>
            <a:r>
              <a:rPr lang="en-US" sz="3600" b="1"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Food Producer :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Local chefs, home cooks, and culinary enthusiasts who want to showcase and sell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their unique food items.</a:t>
            </a:r>
          </a:p>
        </p:txBody>
      </p:sp>
      <p:sp>
        <p:nvSpPr>
          <p:cNvPr id="3" name="Rectangle 2">
            <a:extLst>
              <a:ext uri="{FF2B5EF4-FFF2-40B4-BE49-F238E27FC236}">
                <a16:creationId xmlns:a16="http://schemas.microsoft.com/office/drawing/2014/main" id="{EB234FB3-4D47-F81E-4653-2291BC627E4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pSp>
        <p:nvGrpSpPr>
          <p:cNvPr id="742" name="Google Shape;742;p13"/>
          <p:cNvGrpSpPr/>
          <p:nvPr/>
        </p:nvGrpSpPr>
        <p:grpSpPr>
          <a:xfrm>
            <a:off x="0" y="839520"/>
            <a:ext cx="6126120" cy="1037880"/>
            <a:chOff x="0" y="839520"/>
            <a:chExt cx="6126120" cy="1037880"/>
          </a:xfrm>
        </p:grpSpPr>
        <p:sp>
          <p:nvSpPr>
            <p:cNvPr id="743" name="Google Shape;743;p13"/>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44" name="Google Shape;744;p13"/>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45" name="Google Shape;745;p13"/>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47" name="Google Shape;747;p13"/>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48" name="Google Shape;748;p13"/>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Functional Requirements</a:t>
            </a:r>
            <a:endParaRPr sz="3600" b="0" i="0" u="none" strike="noStrike" cap="none">
              <a:latin typeface="Arial"/>
              <a:ea typeface="Arial"/>
              <a:cs typeface="Arial"/>
              <a:sym typeface="Arial"/>
            </a:endParaRPr>
          </a:p>
        </p:txBody>
      </p:sp>
      <p:sp>
        <p:nvSpPr>
          <p:cNvPr id="749" name="Google Shape;749;p1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1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52" name="Google Shape;752;p1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BCEA2317-81E0-6C53-AC89-0895F1A77453}"/>
              </a:ext>
            </a:extLst>
          </p:cNvPr>
          <p:cNvSpPr txBox="1"/>
          <p:nvPr/>
        </p:nvSpPr>
        <p:spPr>
          <a:xfrm>
            <a:off x="452776" y="2677319"/>
            <a:ext cx="18261944" cy="5078313"/>
          </a:xfrm>
          <a:prstGeom prst="rect">
            <a:avLst/>
          </a:prstGeom>
          <a:noFill/>
        </p:spPr>
        <p:txBody>
          <a:bodyPr wrap="square" rtlCol="0">
            <a:spAutoFit/>
          </a:bodyPr>
          <a:lstStyle/>
          <a:p>
            <a:r>
              <a:rPr lang="en-IN" sz="36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 </a:t>
            </a:r>
            <a:r>
              <a:rPr lang="en-IN" sz="3600" b="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Creation of profiles for food producers and consumers.</a:t>
            </a:r>
          </a:p>
          <a:p>
            <a:endPar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Listings</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Producers can showcase offerings of food items with detailed information. </a:t>
            </a:r>
          </a:p>
          <a:p>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Messaging</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Users engage in direct communication with producers.</a:t>
            </a:r>
          </a:p>
          <a:p>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Reviews and Ratings</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Robust system for transparency and trust.</a:t>
            </a:r>
          </a:p>
          <a:p>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Payment Integration</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Secure transactions supporting various methods.</a:t>
            </a:r>
          </a:p>
        </p:txBody>
      </p:sp>
      <p:sp>
        <p:nvSpPr>
          <p:cNvPr id="4" name="Rectangle 3">
            <a:extLst>
              <a:ext uri="{FF2B5EF4-FFF2-40B4-BE49-F238E27FC236}">
                <a16:creationId xmlns:a16="http://schemas.microsoft.com/office/drawing/2014/main" id="{47F8AE68-E2D3-4E24-5BF6-248A63958CAF}"/>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62" name="Google Shape;762;p14"/>
          <p:cNvSpPr/>
          <p:nvPr/>
        </p:nvSpPr>
        <p:spPr>
          <a:xfrm>
            <a:off x="0" y="1849320"/>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63" name="Google Shape;763;p14"/>
          <p:cNvSpPr/>
          <p:nvPr/>
        </p:nvSpPr>
        <p:spPr>
          <a:xfrm>
            <a:off x="154080" y="1779120"/>
            <a:ext cx="578916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Non Functional Requirements</a:t>
            </a:r>
            <a:endParaRPr sz="3600" b="0" i="0" u="none" strike="noStrike" cap="none">
              <a:latin typeface="Arial"/>
              <a:ea typeface="Arial"/>
              <a:cs typeface="Arial"/>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73">
            <a:extLst>
              <a:ext uri="{FF2B5EF4-FFF2-40B4-BE49-F238E27FC236}">
                <a16:creationId xmlns:a16="http://schemas.microsoft.com/office/drawing/2014/main" id="{8EC6917E-72CE-EA4E-DCF3-FC7DD43765AF}"/>
              </a:ext>
            </a:extLst>
          </p:cNvPr>
          <p:cNvSpPr/>
          <p:nvPr/>
        </p:nvSpPr>
        <p:spPr>
          <a:xfrm>
            <a:off x="365760" y="2743200"/>
            <a:ext cx="18104760" cy="5209334"/>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US" sz="3500" b="1" dirty="0">
                <a:latin typeface="Microsoft Sans Serif" panose="020B0604020202020204" pitchFamily="34" charset="0"/>
                <a:ea typeface="Microsoft Sans Serif" panose="020B0604020202020204" pitchFamily="34" charset="0"/>
                <a:cs typeface="Microsoft Sans Serif" panose="020B0604020202020204" pitchFamily="34" charset="0"/>
              </a:rPr>
              <a:t> Performance :  </a:t>
            </a:r>
            <a:r>
              <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rPr>
              <a:t>The platform should have low latency and fast response times, ensuring a smooth and efficient user experience even during peak usage periods.</a:t>
            </a:r>
          </a:p>
          <a:p>
            <a:pPr marL="12600" indent="-216000" algn="just">
              <a:lnSpc>
                <a:spcPct val="115000"/>
              </a:lnSpc>
              <a:spcBef>
                <a:spcPts val="850"/>
              </a:spcBef>
              <a:spcAft>
                <a:spcPts val="850"/>
              </a:spcAft>
              <a:buClr>
                <a:srgbClr val="000000"/>
              </a:buClr>
              <a:buFont typeface="Symbol"/>
              <a:buChar char=""/>
            </a:pPr>
            <a:endPar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500" b="1" dirty="0">
                <a:latin typeface="Microsoft Sans Serif" panose="020B0604020202020204" pitchFamily="34" charset="0"/>
                <a:ea typeface="Microsoft Sans Serif" panose="020B0604020202020204" pitchFamily="34" charset="0"/>
                <a:cs typeface="Microsoft Sans Serif" panose="020B0604020202020204" pitchFamily="34" charset="0"/>
              </a:rPr>
              <a:t>Scalability:</a:t>
            </a:r>
            <a:r>
              <a:rPr lang="en-US" sz="35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rPr>
              <a:t>Design the system to be scalable, allowing it to handle a growing number of users, listings of item and transactions without compromising performance.</a:t>
            </a:r>
          </a:p>
          <a:p>
            <a:pPr marL="12600" indent="-216000" algn="just">
              <a:lnSpc>
                <a:spcPct val="115000"/>
              </a:lnSpc>
              <a:spcBef>
                <a:spcPts val="850"/>
              </a:spcBef>
              <a:spcAft>
                <a:spcPts val="850"/>
              </a:spcAft>
              <a:buClr>
                <a:srgbClr val="000000"/>
              </a:buClr>
              <a:buFont typeface="Symbol"/>
              <a:buChar char=""/>
            </a:pPr>
            <a:endPar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5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500" b="1" dirty="0">
                <a:latin typeface="Microsoft Sans Serif" panose="020B0604020202020204" pitchFamily="34" charset="0"/>
                <a:ea typeface="Microsoft Sans Serif" panose="020B0604020202020204" pitchFamily="34" charset="0"/>
                <a:cs typeface="Microsoft Sans Serif" panose="020B0604020202020204" pitchFamily="34" charset="0"/>
              </a:rPr>
              <a:t>Security: </a:t>
            </a:r>
            <a:r>
              <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rPr>
              <a:t>Implement robust encryption and authentication to safeguard user data.</a:t>
            </a:r>
          </a:p>
        </p:txBody>
      </p:sp>
      <p:sp>
        <p:nvSpPr>
          <p:cNvPr id="2" name="Rectangle 1">
            <a:extLst>
              <a:ext uri="{FF2B5EF4-FFF2-40B4-BE49-F238E27FC236}">
                <a16:creationId xmlns:a16="http://schemas.microsoft.com/office/drawing/2014/main" id="{606F4EED-D9A1-9EAC-22C7-D6460BF410C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System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Architecture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437C1FAA-8B8E-1FB3-12E3-DBABEB317650}"/>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Rectangle 2">
            <a:extLst>
              <a:ext uri="{FF2B5EF4-FFF2-40B4-BE49-F238E27FC236}">
                <a16:creationId xmlns:a16="http://schemas.microsoft.com/office/drawing/2014/main" id="{D5B8D4CE-FA94-EF57-DCE2-1052CA61CA50}"/>
              </a:ext>
            </a:extLst>
          </p:cNvPr>
          <p:cNvSpPr/>
          <p:nvPr/>
        </p:nvSpPr>
        <p:spPr>
          <a:xfrm>
            <a:off x="15988" y="9853879"/>
            <a:ext cx="18978337" cy="7638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a:extLst>
              <a:ext uri="{FF2B5EF4-FFF2-40B4-BE49-F238E27FC236}">
                <a16:creationId xmlns:a16="http://schemas.microsoft.com/office/drawing/2014/main" id="{6E30587E-D03C-4433-D766-AAFB876CCBD5}"/>
              </a:ext>
            </a:extLst>
          </p:cNvPr>
          <p:cNvPicPr>
            <a:picLocks noChangeAspect="1"/>
          </p:cNvPicPr>
          <p:nvPr/>
        </p:nvPicPr>
        <p:blipFill>
          <a:blip r:embed="rId3"/>
          <a:stretch>
            <a:fillRect/>
          </a:stretch>
        </p:blipFill>
        <p:spPr>
          <a:xfrm>
            <a:off x="192765" y="3561874"/>
            <a:ext cx="18623169" cy="6348351"/>
          </a:xfrm>
          <a:prstGeom prst="rect">
            <a:avLst/>
          </a:prstGeom>
        </p:spPr>
      </p:pic>
    </p:spTree>
    <p:extLst>
      <p:ext uri="{BB962C8B-B14F-4D97-AF65-F5344CB8AC3E}">
        <p14:creationId xmlns:p14="http://schemas.microsoft.com/office/powerpoint/2010/main" val="28564478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Use case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 name="Picture 9">
            <a:extLst>
              <a:ext uri="{FF2B5EF4-FFF2-40B4-BE49-F238E27FC236}">
                <a16:creationId xmlns:a16="http://schemas.microsoft.com/office/drawing/2014/main" id="{A0927F7B-6FC2-B3F4-E470-991FD4A5B2A1}"/>
              </a:ext>
            </a:extLst>
          </p:cNvPr>
          <p:cNvPicPr>
            <a:picLocks noChangeAspect="1"/>
          </p:cNvPicPr>
          <p:nvPr/>
        </p:nvPicPr>
        <p:blipFill>
          <a:blip r:embed="rId3"/>
          <a:stretch>
            <a:fillRect/>
          </a:stretch>
        </p:blipFill>
        <p:spPr>
          <a:xfrm>
            <a:off x="6929222" y="714583"/>
            <a:ext cx="9895055" cy="8853470"/>
          </a:xfrm>
          <a:prstGeom prst="rect">
            <a:avLst/>
          </a:prstGeom>
        </p:spPr>
      </p:pic>
    </p:spTree>
    <p:extLst>
      <p:ext uri="{BB962C8B-B14F-4D97-AF65-F5344CB8AC3E}">
        <p14:creationId xmlns:p14="http://schemas.microsoft.com/office/powerpoint/2010/main" val="13431933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Class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D68F3C0-25EC-588D-098F-05EC40B8B170}"/>
              </a:ext>
            </a:extLst>
          </p:cNvPr>
          <p:cNvPicPr>
            <a:picLocks noChangeAspect="1"/>
          </p:cNvPicPr>
          <p:nvPr/>
        </p:nvPicPr>
        <p:blipFill>
          <a:blip r:embed="rId3"/>
          <a:stretch>
            <a:fillRect/>
          </a:stretch>
        </p:blipFill>
        <p:spPr>
          <a:xfrm>
            <a:off x="6674760" y="2430509"/>
            <a:ext cx="10177326" cy="7537820"/>
          </a:xfrm>
          <a:prstGeom prst="rect">
            <a:avLst/>
          </a:prstGeom>
        </p:spPr>
      </p:pic>
    </p:spTree>
    <p:extLst>
      <p:ext uri="{BB962C8B-B14F-4D97-AF65-F5344CB8AC3E}">
        <p14:creationId xmlns:p14="http://schemas.microsoft.com/office/powerpoint/2010/main" val="37336834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Activity Diagram</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8960A917-D515-FF42-27F4-2BF99D0E6A73}"/>
              </a:ext>
            </a:extLst>
          </p:cNvPr>
          <p:cNvPicPr>
            <a:picLocks noChangeAspect="1"/>
          </p:cNvPicPr>
          <p:nvPr/>
        </p:nvPicPr>
        <p:blipFill>
          <a:blip r:embed="rId3"/>
          <a:stretch>
            <a:fillRect/>
          </a:stretch>
        </p:blipFill>
        <p:spPr>
          <a:xfrm>
            <a:off x="8116225" y="377276"/>
            <a:ext cx="7019950" cy="9938848"/>
          </a:xfrm>
          <a:prstGeom prst="rect">
            <a:avLst/>
          </a:prstGeom>
        </p:spPr>
      </p:pic>
    </p:spTree>
    <p:extLst>
      <p:ext uri="{BB962C8B-B14F-4D97-AF65-F5344CB8AC3E}">
        <p14:creationId xmlns:p14="http://schemas.microsoft.com/office/powerpoint/2010/main" val="29915656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Document Structure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3" name="Table 2">
            <a:extLst>
              <a:ext uri="{FF2B5EF4-FFF2-40B4-BE49-F238E27FC236}">
                <a16:creationId xmlns:a16="http://schemas.microsoft.com/office/drawing/2014/main" id="{4EB6175B-97D0-BEDB-0A08-58F6E54F6C25}"/>
              </a:ext>
            </a:extLst>
          </p:cNvPr>
          <p:cNvGraphicFramePr>
            <a:graphicFrameLocks noGrp="1"/>
          </p:cNvGraphicFramePr>
          <p:nvPr>
            <p:extLst>
              <p:ext uri="{D42A27DB-BD31-4B8C-83A1-F6EECF244321}">
                <p14:modId xmlns:p14="http://schemas.microsoft.com/office/powerpoint/2010/main" val="694231569"/>
              </p:ext>
            </p:extLst>
          </p:nvPr>
        </p:nvGraphicFramePr>
        <p:xfrm>
          <a:off x="1761570" y="3181806"/>
          <a:ext cx="2583180" cy="3566160"/>
        </p:xfrm>
        <a:graphic>
          <a:graphicData uri="http://schemas.openxmlformats.org/drawingml/2006/table">
            <a:tbl>
              <a:tblPr firstRow="1" bandRow="1">
                <a:tableStyleId>{7E9639D4-E3E2-4D34-9284-5A2195B3D0D7}</a:tableStyleId>
              </a:tblPr>
              <a:tblGrid>
                <a:gridCol w="1431902">
                  <a:extLst>
                    <a:ext uri="{9D8B030D-6E8A-4147-A177-3AD203B41FA5}">
                      <a16:colId xmlns:a16="http://schemas.microsoft.com/office/drawing/2014/main" val="2742514924"/>
                    </a:ext>
                  </a:extLst>
                </a:gridCol>
                <a:gridCol w="1151278">
                  <a:extLst>
                    <a:ext uri="{9D8B030D-6E8A-4147-A177-3AD203B41FA5}">
                      <a16:colId xmlns:a16="http://schemas.microsoft.com/office/drawing/2014/main" val="1481921329"/>
                    </a:ext>
                  </a:extLst>
                </a:gridCol>
              </a:tblGrid>
              <a:tr h="37084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User</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Username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Email</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Password</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Img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Location</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Phone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isSeller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bl>
          </a:graphicData>
        </a:graphic>
      </p:graphicFrame>
      <p:graphicFrame>
        <p:nvGraphicFramePr>
          <p:cNvPr id="5" name="Table 4">
            <a:extLst>
              <a:ext uri="{FF2B5EF4-FFF2-40B4-BE49-F238E27FC236}">
                <a16:creationId xmlns:a16="http://schemas.microsoft.com/office/drawing/2014/main" id="{162B55A6-7330-92DA-E6C8-A4FFF1350048}"/>
              </a:ext>
            </a:extLst>
          </p:cNvPr>
          <p:cNvGraphicFramePr>
            <a:graphicFrameLocks noGrp="1"/>
          </p:cNvGraphicFramePr>
          <p:nvPr>
            <p:extLst>
              <p:ext uri="{D42A27DB-BD31-4B8C-83A1-F6EECF244321}">
                <p14:modId xmlns:p14="http://schemas.microsoft.com/office/powerpoint/2010/main" val="1892180925"/>
              </p:ext>
            </p:extLst>
          </p:nvPr>
        </p:nvGraphicFramePr>
        <p:xfrm>
          <a:off x="6641745" y="3122298"/>
          <a:ext cx="3472537" cy="5943600"/>
        </p:xfrm>
        <a:graphic>
          <a:graphicData uri="http://schemas.openxmlformats.org/drawingml/2006/table">
            <a:tbl>
              <a:tblPr firstRow="1" bandRow="1">
                <a:tableStyleId>{7E9639D4-E3E2-4D34-9284-5A2195B3D0D7}</a:tableStyleId>
              </a:tblPr>
              <a:tblGrid>
                <a:gridCol w="1924888">
                  <a:extLst>
                    <a:ext uri="{9D8B030D-6E8A-4147-A177-3AD203B41FA5}">
                      <a16:colId xmlns:a16="http://schemas.microsoft.com/office/drawing/2014/main" val="2742514924"/>
                    </a:ext>
                  </a:extLst>
                </a:gridCol>
                <a:gridCol w="1547649">
                  <a:extLst>
                    <a:ext uri="{9D8B030D-6E8A-4147-A177-3AD203B41FA5}">
                      <a16:colId xmlns:a16="http://schemas.microsoft.com/office/drawing/2014/main" val="1481921329"/>
                    </a:ext>
                  </a:extLst>
                </a:gridCol>
              </a:tblGrid>
              <a:tr h="0">
                <a:tc gridSpan="2">
                  <a:txBody>
                    <a:bodyPr/>
                    <a:lstStyle/>
                    <a:p>
                      <a:pPr algn="ctr"/>
                      <a:r>
                        <a:rPr lang="en-US" sz="2000">
                          <a:latin typeface="Microsoft Sans Serif" panose="020B0604020202020204" pitchFamily="34" charset="0"/>
                          <a:ea typeface="Microsoft Sans Serif" panose="020B0604020202020204" pitchFamily="34" charset="0"/>
                          <a:cs typeface="Microsoft Sans Serif" panose="020B0604020202020204" pitchFamily="34" charset="0"/>
                        </a:rPr>
                        <a:t>Item</a:t>
                      </a:r>
                      <a:endPar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totalStars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starNumber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Cat</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Price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Cover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Images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3203273"/>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shortTitle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164444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shortDesc</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26072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deliveryTime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7582552"/>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Featrues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0533475"/>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Sales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862197"/>
                  </a:ext>
                </a:extLst>
              </a:tr>
            </a:tbl>
          </a:graphicData>
        </a:graphic>
      </p:graphicFrame>
      <p:graphicFrame>
        <p:nvGraphicFramePr>
          <p:cNvPr id="6" name="Table 5">
            <a:extLst>
              <a:ext uri="{FF2B5EF4-FFF2-40B4-BE49-F238E27FC236}">
                <a16:creationId xmlns:a16="http://schemas.microsoft.com/office/drawing/2014/main" id="{0F11FE69-CD11-820D-2640-049FFB8EC79C}"/>
              </a:ext>
            </a:extLst>
          </p:cNvPr>
          <p:cNvGraphicFramePr>
            <a:graphicFrameLocks noGrp="1"/>
          </p:cNvGraphicFramePr>
          <p:nvPr>
            <p:extLst>
              <p:ext uri="{D42A27DB-BD31-4B8C-83A1-F6EECF244321}">
                <p14:modId xmlns:p14="http://schemas.microsoft.com/office/powerpoint/2010/main" val="1137214577"/>
              </p:ext>
            </p:extLst>
          </p:nvPr>
        </p:nvGraphicFramePr>
        <p:xfrm>
          <a:off x="12915904" y="3122298"/>
          <a:ext cx="3833582" cy="3625668"/>
        </p:xfrm>
        <a:graphic>
          <a:graphicData uri="http://schemas.openxmlformats.org/drawingml/2006/table">
            <a:tbl>
              <a:tblPr firstRow="1" bandRow="1">
                <a:tableStyleId>{7E9639D4-E3E2-4D34-9284-5A2195B3D0D7}</a:tableStyleId>
              </a:tblPr>
              <a:tblGrid>
                <a:gridCol w="2125022">
                  <a:extLst>
                    <a:ext uri="{9D8B030D-6E8A-4147-A177-3AD203B41FA5}">
                      <a16:colId xmlns:a16="http://schemas.microsoft.com/office/drawing/2014/main" val="2742514924"/>
                    </a:ext>
                  </a:extLst>
                </a:gridCol>
                <a:gridCol w="1708560">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Order</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itemId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Img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455748">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Price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sellerId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buyerId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isCompleted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Payment_intent</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bl>
          </a:graphicData>
        </a:graphic>
      </p:graphicFrame>
    </p:spTree>
    <p:extLst>
      <p:ext uri="{BB962C8B-B14F-4D97-AF65-F5344CB8AC3E}">
        <p14:creationId xmlns:p14="http://schemas.microsoft.com/office/powerpoint/2010/main" val="21466968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Document Structure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3" name="Table 2">
            <a:extLst>
              <a:ext uri="{FF2B5EF4-FFF2-40B4-BE49-F238E27FC236}">
                <a16:creationId xmlns:a16="http://schemas.microsoft.com/office/drawing/2014/main" id="{4EB6175B-97D0-BEDB-0A08-58F6E54F6C25}"/>
              </a:ext>
            </a:extLst>
          </p:cNvPr>
          <p:cNvGraphicFramePr>
            <a:graphicFrameLocks noGrp="1"/>
          </p:cNvGraphicFramePr>
          <p:nvPr>
            <p:extLst>
              <p:ext uri="{D42A27DB-BD31-4B8C-83A1-F6EECF244321}">
                <p14:modId xmlns:p14="http://schemas.microsoft.com/office/powerpoint/2010/main" val="847186381"/>
              </p:ext>
            </p:extLst>
          </p:nvPr>
        </p:nvGraphicFramePr>
        <p:xfrm>
          <a:off x="2296097" y="3132094"/>
          <a:ext cx="2583180" cy="1981200"/>
        </p:xfrm>
        <a:graphic>
          <a:graphicData uri="http://schemas.openxmlformats.org/drawingml/2006/table">
            <a:tbl>
              <a:tblPr firstRow="1" bandRow="1">
                <a:tableStyleId>{7E9639D4-E3E2-4D34-9284-5A2195B3D0D7}</a:tableStyleId>
              </a:tblPr>
              <a:tblGrid>
                <a:gridCol w="1431902">
                  <a:extLst>
                    <a:ext uri="{9D8B030D-6E8A-4147-A177-3AD203B41FA5}">
                      <a16:colId xmlns:a16="http://schemas.microsoft.com/office/drawing/2014/main" val="2742514924"/>
                    </a:ext>
                  </a:extLst>
                </a:gridCol>
                <a:gridCol w="1151278">
                  <a:extLst>
                    <a:ext uri="{9D8B030D-6E8A-4147-A177-3AD203B41FA5}">
                      <a16:colId xmlns:a16="http://schemas.microsoft.com/office/drawing/2014/main" val="1481921329"/>
                    </a:ext>
                  </a:extLst>
                </a:gridCol>
              </a:tblGrid>
              <a:tr h="37084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Review</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itemId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Star</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bl>
          </a:graphicData>
        </a:graphic>
      </p:graphicFrame>
      <p:graphicFrame>
        <p:nvGraphicFramePr>
          <p:cNvPr id="5" name="Table 4">
            <a:extLst>
              <a:ext uri="{FF2B5EF4-FFF2-40B4-BE49-F238E27FC236}">
                <a16:creationId xmlns:a16="http://schemas.microsoft.com/office/drawing/2014/main" id="{162B55A6-7330-92DA-E6C8-A4FFF1350048}"/>
              </a:ext>
            </a:extLst>
          </p:cNvPr>
          <p:cNvGraphicFramePr>
            <a:graphicFrameLocks noGrp="1"/>
          </p:cNvGraphicFramePr>
          <p:nvPr>
            <p:extLst>
              <p:ext uri="{D42A27DB-BD31-4B8C-83A1-F6EECF244321}">
                <p14:modId xmlns:p14="http://schemas.microsoft.com/office/powerpoint/2010/main" val="3962274543"/>
              </p:ext>
            </p:extLst>
          </p:nvPr>
        </p:nvGraphicFramePr>
        <p:xfrm>
          <a:off x="6641745" y="3122298"/>
          <a:ext cx="3472537" cy="2773680"/>
        </p:xfrm>
        <a:graphic>
          <a:graphicData uri="http://schemas.openxmlformats.org/drawingml/2006/table">
            <a:tbl>
              <a:tblPr firstRow="1" bandRow="1">
                <a:tableStyleId>{7E9639D4-E3E2-4D34-9284-5A2195B3D0D7}</a:tableStyleId>
              </a:tblPr>
              <a:tblGrid>
                <a:gridCol w="1924888">
                  <a:extLst>
                    <a:ext uri="{9D8B030D-6E8A-4147-A177-3AD203B41FA5}">
                      <a16:colId xmlns:a16="http://schemas.microsoft.com/office/drawing/2014/main" val="2742514924"/>
                    </a:ext>
                  </a:extLst>
                </a:gridCol>
                <a:gridCol w="1547649">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Conversation</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Id</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sellerId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buyerId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readBySeller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readByBuyer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lastMessage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bl>
          </a:graphicData>
        </a:graphic>
      </p:graphicFrame>
      <p:graphicFrame>
        <p:nvGraphicFramePr>
          <p:cNvPr id="6" name="Table 5">
            <a:extLst>
              <a:ext uri="{FF2B5EF4-FFF2-40B4-BE49-F238E27FC236}">
                <a16:creationId xmlns:a16="http://schemas.microsoft.com/office/drawing/2014/main" id="{0F11FE69-CD11-820D-2640-049FFB8EC79C}"/>
              </a:ext>
            </a:extLst>
          </p:cNvPr>
          <p:cNvGraphicFramePr>
            <a:graphicFrameLocks noGrp="1"/>
          </p:cNvGraphicFramePr>
          <p:nvPr>
            <p:extLst>
              <p:ext uri="{D42A27DB-BD31-4B8C-83A1-F6EECF244321}">
                <p14:modId xmlns:p14="http://schemas.microsoft.com/office/powerpoint/2010/main" val="2768352070"/>
              </p:ext>
            </p:extLst>
          </p:nvPr>
        </p:nvGraphicFramePr>
        <p:xfrm>
          <a:off x="11876750" y="3122298"/>
          <a:ext cx="3833582" cy="1584960"/>
        </p:xfrm>
        <a:graphic>
          <a:graphicData uri="http://schemas.openxmlformats.org/drawingml/2006/table">
            <a:tbl>
              <a:tblPr firstRow="1" bandRow="1">
                <a:tableStyleId>{7E9639D4-E3E2-4D34-9284-5A2195B3D0D7}</a:tableStyleId>
              </a:tblPr>
              <a:tblGrid>
                <a:gridCol w="2125022">
                  <a:extLst>
                    <a:ext uri="{9D8B030D-6E8A-4147-A177-3AD203B41FA5}">
                      <a16:colId xmlns:a16="http://schemas.microsoft.com/office/drawing/2014/main" val="2742514924"/>
                    </a:ext>
                  </a:extLst>
                </a:gridCol>
                <a:gridCol w="1708560">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Message</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conversationId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bl>
          </a:graphicData>
        </a:graphic>
      </p:graphicFrame>
    </p:spTree>
    <p:extLst>
      <p:ext uri="{BB962C8B-B14F-4D97-AF65-F5344CB8AC3E}">
        <p14:creationId xmlns:p14="http://schemas.microsoft.com/office/powerpoint/2010/main" val="37311002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56672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3600" b="1" i="0" u="none" strike="noStrike" cap="none" dirty="0">
                <a:solidFill>
                  <a:srgbClr val="FFFFFF"/>
                </a:solidFill>
                <a:latin typeface="Calibri" panose="020F0502020204030204" pitchFamily="34" charset="0"/>
                <a:ea typeface="Calibri" panose="020F0502020204030204" pitchFamily="34" charset="0"/>
                <a:cs typeface="Calibri" panose="020F0502020204030204" pitchFamily="34" charset="0"/>
                <a:sym typeface="Calibri"/>
              </a:rPr>
              <a:t>Project Progress</a:t>
            </a:r>
            <a:endParaRPr sz="3600" b="0" i="0" u="none" strike="noStrike" cap="none" dirty="0">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3600">
              <a:latin typeface="Calibri" panose="020F0502020204030204" pitchFamily="34" charset="0"/>
              <a:ea typeface="Calibri" panose="020F0502020204030204" pitchFamily="34" charset="0"/>
              <a:cs typeface="Calibri" panose="020F0502020204030204" pitchFamily="34" charset="0"/>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3600">
              <a:latin typeface="Calibri" panose="020F0502020204030204" pitchFamily="34" charset="0"/>
              <a:ea typeface="Calibri" panose="020F0502020204030204" pitchFamily="34" charset="0"/>
              <a:cs typeface="Calibri" panose="020F0502020204030204" pitchFamily="34" charset="0"/>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600" b="1">
                <a:solidFill>
                  <a:schemeClr val="lt1"/>
                </a:solidFill>
                <a:latin typeface="Calibri" panose="020F0502020204030204" pitchFamily="34" charset="0"/>
                <a:ea typeface="Calibri" panose="020F0502020204030204" pitchFamily="34" charset="0"/>
                <a:cs typeface="Calibri" panose="020F0502020204030204" pitchFamily="34" charset="0"/>
                <a:sym typeface="Calibri"/>
              </a:rPr>
              <a:t>    Semester III</a:t>
            </a:r>
            <a:endParaRPr sz="3600" b="1">
              <a:solidFill>
                <a:schemeClr val="lt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600">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67C4290E-AE7A-C1D5-D518-37049A4B7656}"/>
              </a:ext>
            </a:extLst>
          </p:cNvPr>
          <p:cNvSpPr txBox="1"/>
          <p:nvPr/>
        </p:nvSpPr>
        <p:spPr>
          <a:xfrm>
            <a:off x="731520" y="2773680"/>
            <a:ext cx="17114520" cy="7017306"/>
          </a:xfrm>
          <a:prstGeom prst="rect">
            <a:avLst/>
          </a:prstGeom>
          <a:noFill/>
        </p:spPr>
        <p:txBody>
          <a:bodyPr wrap="square" rtlCol="0">
            <a:spAutoFit/>
          </a:bodyPr>
          <a:lstStyle/>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Backend</a:t>
            </a: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Authentication</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Register</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Login</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Add 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Delete 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Get 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Get Items</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Users</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Delete User</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Get User</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TextBox 3">
            <a:extLst>
              <a:ext uri="{FF2B5EF4-FFF2-40B4-BE49-F238E27FC236}">
                <a16:creationId xmlns:a16="http://schemas.microsoft.com/office/drawing/2014/main" id="{8DE2E100-2806-225D-B3EB-26C7C011C6CD}"/>
              </a:ext>
            </a:extLst>
          </p:cNvPr>
          <p:cNvSpPr txBox="1"/>
          <p:nvPr/>
        </p:nvSpPr>
        <p:spPr>
          <a:xfrm>
            <a:off x="6286500" y="2698541"/>
            <a:ext cx="6004560" cy="3323987"/>
          </a:xfrm>
          <a:prstGeom prst="rect">
            <a:avLst/>
          </a:prstGeom>
          <a:noFill/>
        </p:spPr>
        <p:txBody>
          <a:bodyPr wrap="square" rtlCol="0">
            <a:spAutoFit/>
          </a:bodyPr>
          <a:lstStyle/>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Frontend</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Login Page</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Registration Page</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Home Page</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Item Page with functionality of filtering items</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4034226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Application in Real World</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828C5FB-93BD-0969-0281-F7DC4308E1D8}"/>
              </a:ext>
            </a:extLst>
          </p:cNvPr>
          <p:cNvSpPr txBox="1"/>
          <p:nvPr/>
        </p:nvSpPr>
        <p:spPr>
          <a:xfrm>
            <a:off x="351692" y="2625969"/>
            <a:ext cx="17139139" cy="3539430"/>
          </a:xfrm>
          <a:prstGeom prst="rect">
            <a:avLst/>
          </a:prstGeom>
          <a:noFill/>
        </p:spPr>
        <p:txBody>
          <a:bodyPr wrap="square" rtlCol="0">
            <a:spAutoFit/>
          </a:bodyPr>
          <a:lstStyle/>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In the real world,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provides a platform for discovering and sharing authentic homemade 	food, bringing the comfort of home-cooked meals to users.</a:t>
            </a:r>
          </a:p>
          <a:p>
            <a:pPr marL="571500" indent="-571500" algn="l">
              <a:buFont typeface="Arial" panose="020B0604020202020204" pitchFamily="34" charset="0"/>
              <a:buChar char="•"/>
            </a:pPr>
            <a:endParaRPr lang="en-IN" sz="3200" b="0" i="0" dirty="0">
              <a:solidFill>
                <a:srgbClr val="CECAC3"/>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It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ontribute to a more sustainable and localized food supply chain, promoting environmental responsibility and reducing the carbon footprint associated with food production and distribution.</a:t>
            </a:r>
          </a:p>
          <a:p>
            <a:pPr marL="571500" indent="-571500">
              <a:buFont typeface="Arial" panose="020B0604020202020204" pitchFamily="34" charset="0"/>
              <a:buChar char="•"/>
            </a:pP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951696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16"/>
          <p:cNvSpPr/>
          <p:nvPr/>
        </p:nvSpPr>
        <p:spPr>
          <a:xfrm>
            <a:off x="1920240" y="3647160"/>
            <a:ext cx="14812920" cy="1109880"/>
          </a:xfrm>
          <a:prstGeom prst="rect">
            <a:avLst/>
          </a:prstGeom>
          <a:noFill/>
          <a:ln>
            <a:noFill/>
          </a:ln>
        </p:spPr>
        <p:txBody>
          <a:bodyPr spcFirstLastPara="1" wrap="square" lIns="0" tIns="12600" rIns="0" bIns="0" anchor="t" anchorCtr="0">
            <a:spAutoFit/>
          </a:bodyPr>
          <a:lstStyle/>
          <a:p>
            <a:pPr marL="1222920" marR="0" lvl="0" indent="-1211040" algn="ctr" rtl="0">
              <a:lnSpc>
                <a:spcPct val="100000"/>
              </a:lnSpc>
              <a:spcBef>
                <a:spcPts val="0"/>
              </a:spcBef>
              <a:spcAft>
                <a:spcPts val="0"/>
              </a:spcAft>
              <a:buClr>
                <a:srgbClr val="00318B"/>
              </a:buClr>
              <a:buSzPts val="7200"/>
              <a:buFont typeface="Calibri"/>
              <a:buNone/>
            </a:pPr>
            <a:r>
              <a:rPr lang="en-US" sz="7200" b="0" i="0" u="none" strike="noStrike" cap="none" dirty="0">
                <a:solidFill>
                  <a:srgbClr val="00318B"/>
                </a:solidFill>
                <a:latin typeface="Calibri"/>
                <a:ea typeface="Calibri"/>
                <a:cs typeface="Calibri"/>
                <a:sym typeface="Calibri"/>
              </a:rPr>
              <a:t>Thank You !!</a:t>
            </a:r>
            <a:endParaRPr sz="7200" b="0" i="0" u="none" strike="noStrike" cap="none" dirty="0">
              <a:latin typeface="Arial"/>
              <a:ea typeface="Arial"/>
              <a:cs typeface="Arial"/>
              <a:sym typeface="Arial"/>
            </a:endParaRPr>
          </a:p>
        </p:txBody>
      </p:sp>
      <p:sp>
        <p:nvSpPr>
          <p:cNvPr id="786" name="Google Shape;786;p16"/>
          <p:cNvSpPr/>
          <p:nvPr/>
        </p:nvSpPr>
        <p:spPr>
          <a:xfrm rot="10800000" flipH="1">
            <a:off x="2651760" y="4740480"/>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787" name="Google Shape;787;p1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90" name="Google Shape;790;p1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E0E84962-1964-DB2A-BD92-F06962832C05}"/>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1932</TotalTime>
  <Words>2129</Words>
  <Application>Microsoft Office PowerPoint</Application>
  <PresentationFormat>Custom</PresentationFormat>
  <Paragraphs>349</Paragraphs>
  <Slides>28</Slides>
  <Notes>27</Notes>
  <HiddenSlides>2</HiddenSlides>
  <MMClips>0</MMClips>
  <ScaleCrop>false</ScaleCrop>
  <HeadingPairs>
    <vt:vector size="6" baseType="variant">
      <vt:variant>
        <vt:lpstr>Fonts Used</vt:lpstr>
      </vt:variant>
      <vt:variant>
        <vt:i4>5</vt:i4>
      </vt:variant>
      <vt:variant>
        <vt:lpstr>Theme</vt:lpstr>
      </vt:variant>
      <vt:variant>
        <vt:i4>8</vt:i4>
      </vt:variant>
      <vt:variant>
        <vt:lpstr>Slide Titles</vt:lpstr>
      </vt:variant>
      <vt:variant>
        <vt:i4>28</vt:i4>
      </vt:variant>
    </vt:vector>
  </HeadingPairs>
  <TitlesOfParts>
    <vt:vector size="41" baseType="lpstr">
      <vt:lpstr>Arial</vt:lpstr>
      <vt:lpstr>Calibri</vt:lpstr>
      <vt:lpstr>Microsoft Sans Serif</vt:lpstr>
      <vt:lpstr>Symbol</vt:lpstr>
      <vt:lpstr>Times New Roman</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Nisarg Gandhi</dc:creator>
  <cp:lastModifiedBy>Axemanic</cp:lastModifiedBy>
  <cp:revision>23</cp:revision>
  <dcterms:created xsi:type="dcterms:W3CDTF">2022-03-06T10:12:11Z</dcterms:created>
  <dcterms:modified xsi:type="dcterms:W3CDTF">2024-01-16T19:19:10Z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